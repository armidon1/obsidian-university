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5" r:id="rId1"/>
  </p:sldMasterIdLst>
  <p:notesMasterIdLst>
    <p:notesMasterId r:id="rId36"/>
  </p:notesMasterIdLst>
  <p:sldIdLst>
    <p:sldId id="256" r:id="rId2"/>
    <p:sldId id="295" r:id="rId3"/>
    <p:sldId id="297" r:id="rId4"/>
    <p:sldId id="298" r:id="rId5"/>
    <p:sldId id="349" r:id="rId6"/>
    <p:sldId id="299" r:id="rId7"/>
    <p:sldId id="347" r:id="rId8"/>
    <p:sldId id="300" r:id="rId9"/>
    <p:sldId id="301" r:id="rId10"/>
    <p:sldId id="326" r:id="rId11"/>
    <p:sldId id="328" r:id="rId12"/>
    <p:sldId id="329" r:id="rId13"/>
    <p:sldId id="304" r:id="rId14"/>
    <p:sldId id="305" r:id="rId15"/>
    <p:sldId id="306" r:id="rId16"/>
    <p:sldId id="307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283" r:id="rId35"/>
  </p:sldIdLst>
  <p:sldSz cx="10287000" cy="6858000" type="35mm"/>
  <p:notesSz cx="6858000" cy="9144000"/>
  <p:defaultTextStyle>
    <a:defPPr>
      <a:defRPr lang="en-US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730"/>
  </p:normalViewPr>
  <p:slideViewPr>
    <p:cSldViewPr snapToGrid="0" snapToObjects="1">
      <p:cViewPr varScale="1">
        <p:scale>
          <a:sx n="119" d="100"/>
          <a:sy n="119" d="100"/>
        </p:scale>
        <p:origin x="1200" y="176"/>
      </p:cViewPr>
      <p:guideLst>
        <p:guide orient="horz" pos="21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70E38B-BA1B-D34C-A547-938CD844EDF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2199A9B3-C883-4B43-A9E4-0DAFAE4E1653}">
      <dgm:prSet custT="1"/>
      <dgm:spPr/>
      <dgm:t>
        <a:bodyPr/>
        <a:lstStyle/>
        <a:p>
          <a:r>
            <a:rPr lang="en-US" altLang="it-IT" sz="1800" b="1" u="none" dirty="0"/>
            <a:t>Validity</a:t>
          </a:r>
          <a:r>
            <a:rPr lang="en-US" altLang="it-IT" sz="1800" dirty="0"/>
            <a:t>: guarantees that messages sent by correct processes will eventually be delivered</a:t>
          </a:r>
        </a:p>
      </dgm:t>
    </dgm:pt>
    <dgm:pt modelId="{1CF9CF71-55C8-5340-8287-79D37DBDFE61}" type="parTrans" cxnId="{E8A7CFC6-9882-584A-9102-812123D7F9DD}">
      <dgm:prSet/>
      <dgm:spPr/>
      <dgm:t>
        <a:bodyPr/>
        <a:lstStyle/>
        <a:p>
          <a:endParaRPr lang="it-IT" sz="2400"/>
        </a:p>
      </dgm:t>
    </dgm:pt>
    <dgm:pt modelId="{0A5A3C05-8F90-224A-8B55-BCBAA086F120}" type="sibTrans" cxnId="{E8A7CFC6-9882-584A-9102-812123D7F9DD}">
      <dgm:prSet/>
      <dgm:spPr/>
      <dgm:t>
        <a:bodyPr/>
        <a:lstStyle/>
        <a:p>
          <a:endParaRPr lang="it-IT" sz="2400"/>
        </a:p>
      </dgm:t>
    </dgm:pt>
    <dgm:pt modelId="{D86C1892-C1C2-0B48-9990-56AFE0B02B05}">
      <dgm:prSet custT="1"/>
      <dgm:spPr/>
      <dgm:t>
        <a:bodyPr/>
        <a:lstStyle/>
        <a:p>
          <a:r>
            <a:rPr lang="en-US" altLang="it-IT" sz="1800" b="1" u="none" dirty="0"/>
            <a:t>Integrity:</a:t>
          </a:r>
          <a:r>
            <a:rPr lang="en-US" altLang="it-IT" sz="1800" dirty="0"/>
            <a:t> guarantees that no spurious or duplicate messages are delivered </a:t>
          </a:r>
        </a:p>
      </dgm:t>
    </dgm:pt>
    <dgm:pt modelId="{243267E1-7DE7-5347-B1EB-C0CA3E940CF6}" type="parTrans" cxnId="{3B5867C7-12FB-AF46-A167-A24D03DBBE5D}">
      <dgm:prSet/>
      <dgm:spPr/>
      <dgm:t>
        <a:bodyPr/>
        <a:lstStyle/>
        <a:p>
          <a:endParaRPr lang="it-IT" sz="2400"/>
        </a:p>
      </dgm:t>
    </dgm:pt>
    <dgm:pt modelId="{E73F170A-3B9A-2C46-B4C3-6DD0539EDF83}" type="sibTrans" cxnId="{3B5867C7-12FB-AF46-A167-A24D03DBBE5D}">
      <dgm:prSet/>
      <dgm:spPr/>
      <dgm:t>
        <a:bodyPr/>
        <a:lstStyle/>
        <a:p>
          <a:endParaRPr lang="it-IT" sz="2400"/>
        </a:p>
      </dgm:t>
    </dgm:pt>
    <dgm:pt modelId="{FB8A8855-1292-0743-8945-4FB58B684CF2}">
      <dgm:prSet custT="1"/>
      <dgm:spPr/>
      <dgm:t>
        <a:bodyPr/>
        <a:lstStyle/>
        <a:p>
          <a:r>
            <a:rPr lang="en-US" altLang="it-IT" sz="1800" b="1" u="none" dirty="0"/>
            <a:t>Agreement:</a:t>
          </a:r>
          <a:r>
            <a:rPr lang="en-US" altLang="it-IT" sz="1800" dirty="0"/>
            <a:t> imposes constraints on the set of messages to be delivered</a:t>
          </a:r>
        </a:p>
      </dgm:t>
    </dgm:pt>
    <dgm:pt modelId="{2EEDE0E4-97AC-3D43-B4CC-37FFB9A2E281}" type="parTrans" cxnId="{338F41B2-006A-B346-9792-DD7C8FBB22DA}">
      <dgm:prSet/>
      <dgm:spPr/>
      <dgm:t>
        <a:bodyPr/>
        <a:lstStyle/>
        <a:p>
          <a:endParaRPr lang="it-IT" sz="2400"/>
        </a:p>
      </dgm:t>
    </dgm:pt>
    <dgm:pt modelId="{76719B32-7428-2041-A8FA-D71FB401917F}" type="sibTrans" cxnId="{338F41B2-006A-B346-9792-DD7C8FBB22DA}">
      <dgm:prSet/>
      <dgm:spPr/>
      <dgm:t>
        <a:bodyPr/>
        <a:lstStyle/>
        <a:p>
          <a:endParaRPr lang="it-IT" sz="2400"/>
        </a:p>
      </dgm:t>
    </dgm:pt>
    <dgm:pt modelId="{0A3826BF-6BB0-8646-8124-C089861D5530}">
      <dgm:prSet custT="1"/>
      <dgm:spPr/>
      <dgm:t>
        <a:bodyPr/>
        <a:lstStyle/>
        <a:p>
          <a:r>
            <a:rPr lang="en-US" altLang="it-IT" sz="1800" b="1" u="none" dirty="0"/>
            <a:t>Order:</a:t>
          </a:r>
          <a:r>
            <a:rPr lang="en-US" altLang="it-IT" sz="1800" dirty="0"/>
            <a:t> imposes constraints on the sequence of messages to be delivered</a:t>
          </a:r>
        </a:p>
      </dgm:t>
    </dgm:pt>
    <dgm:pt modelId="{26AFFF9B-B273-0F4A-8DD5-E840CB5C0ACC}" type="parTrans" cxnId="{468E1406-8972-5648-B28C-7F8AB2E09190}">
      <dgm:prSet/>
      <dgm:spPr/>
      <dgm:t>
        <a:bodyPr/>
        <a:lstStyle/>
        <a:p>
          <a:endParaRPr lang="it-IT" sz="2400"/>
        </a:p>
      </dgm:t>
    </dgm:pt>
    <dgm:pt modelId="{9271EDF6-2937-E048-AED5-EB5F21A02C30}" type="sibTrans" cxnId="{468E1406-8972-5648-B28C-7F8AB2E09190}">
      <dgm:prSet/>
      <dgm:spPr/>
      <dgm:t>
        <a:bodyPr/>
        <a:lstStyle/>
        <a:p>
          <a:endParaRPr lang="it-IT" sz="2400"/>
        </a:p>
      </dgm:t>
    </dgm:pt>
    <dgm:pt modelId="{DF9F9C05-3764-8348-93BD-E6E4550593E9}" type="pres">
      <dgm:prSet presAssocID="{5D70E38B-BA1B-D34C-A547-938CD844EDF5}" presName="Name0" presStyleCnt="0">
        <dgm:presLayoutVars>
          <dgm:chMax val="7"/>
          <dgm:chPref val="7"/>
          <dgm:dir/>
        </dgm:presLayoutVars>
      </dgm:prSet>
      <dgm:spPr/>
    </dgm:pt>
    <dgm:pt modelId="{44796034-72CD-3A45-9AA3-66C2E77EE0B9}" type="pres">
      <dgm:prSet presAssocID="{5D70E38B-BA1B-D34C-A547-938CD844EDF5}" presName="Name1" presStyleCnt="0"/>
      <dgm:spPr/>
    </dgm:pt>
    <dgm:pt modelId="{363CF32E-F5C3-3E4C-A5C1-E0DEE129C545}" type="pres">
      <dgm:prSet presAssocID="{5D70E38B-BA1B-D34C-A547-938CD844EDF5}" presName="cycle" presStyleCnt="0"/>
      <dgm:spPr/>
    </dgm:pt>
    <dgm:pt modelId="{AD9680FA-7A73-E841-801E-4A4084A401B7}" type="pres">
      <dgm:prSet presAssocID="{5D70E38B-BA1B-D34C-A547-938CD844EDF5}" presName="srcNode" presStyleLbl="node1" presStyleIdx="0" presStyleCnt="4"/>
      <dgm:spPr/>
    </dgm:pt>
    <dgm:pt modelId="{20F62299-1F61-5F48-9B63-1BE7B2484C3D}" type="pres">
      <dgm:prSet presAssocID="{5D70E38B-BA1B-D34C-A547-938CD844EDF5}" presName="conn" presStyleLbl="parChTrans1D2" presStyleIdx="0" presStyleCnt="1"/>
      <dgm:spPr/>
    </dgm:pt>
    <dgm:pt modelId="{45EEDA42-2507-904F-9784-9E55B56DB273}" type="pres">
      <dgm:prSet presAssocID="{5D70E38B-BA1B-D34C-A547-938CD844EDF5}" presName="extraNode" presStyleLbl="node1" presStyleIdx="0" presStyleCnt="4"/>
      <dgm:spPr/>
    </dgm:pt>
    <dgm:pt modelId="{90516600-2D2A-014E-B232-F619DF2BA4EA}" type="pres">
      <dgm:prSet presAssocID="{5D70E38B-BA1B-D34C-A547-938CD844EDF5}" presName="dstNode" presStyleLbl="node1" presStyleIdx="0" presStyleCnt="4"/>
      <dgm:spPr/>
    </dgm:pt>
    <dgm:pt modelId="{0F6BB4FC-ACA1-FA40-86F3-44654113F3E4}" type="pres">
      <dgm:prSet presAssocID="{2199A9B3-C883-4B43-A9E4-0DAFAE4E1653}" presName="text_1" presStyleLbl="node1" presStyleIdx="0" presStyleCnt="4">
        <dgm:presLayoutVars>
          <dgm:bulletEnabled val="1"/>
        </dgm:presLayoutVars>
      </dgm:prSet>
      <dgm:spPr/>
    </dgm:pt>
    <dgm:pt modelId="{1C7CB266-121B-BA47-9766-7C9A8E39A585}" type="pres">
      <dgm:prSet presAssocID="{2199A9B3-C883-4B43-A9E4-0DAFAE4E1653}" presName="accent_1" presStyleCnt="0"/>
      <dgm:spPr/>
    </dgm:pt>
    <dgm:pt modelId="{FE0BF93B-493A-DF4C-BC01-A766FD846510}" type="pres">
      <dgm:prSet presAssocID="{2199A9B3-C883-4B43-A9E4-0DAFAE4E1653}" presName="accentRepeatNode" presStyleLbl="solidFgAcc1" presStyleIdx="0" presStyleCnt="4"/>
      <dgm:spPr/>
    </dgm:pt>
    <dgm:pt modelId="{EF681C87-DC32-784B-960F-60B04182D27C}" type="pres">
      <dgm:prSet presAssocID="{D86C1892-C1C2-0B48-9990-56AFE0B02B05}" presName="text_2" presStyleLbl="node1" presStyleIdx="1" presStyleCnt="4">
        <dgm:presLayoutVars>
          <dgm:bulletEnabled val="1"/>
        </dgm:presLayoutVars>
      </dgm:prSet>
      <dgm:spPr/>
    </dgm:pt>
    <dgm:pt modelId="{B4AC581C-05F9-AB40-893D-221A95CFB535}" type="pres">
      <dgm:prSet presAssocID="{D86C1892-C1C2-0B48-9990-56AFE0B02B05}" presName="accent_2" presStyleCnt="0"/>
      <dgm:spPr/>
    </dgm:pt>
    <dgm:pt modelId="{8380D19F-844F-8740-93B1-7820855F55C5}" type="pres">
      <dgm:prSet presAssocID="{D86C1892-C1C2-0B48-9990-56AFE0B02B05}" presName="accentRepeatNode" presStyleLbl="solidFgAcc1" presStyleIdx="1" presStyleCnt="4"/>
      <dgm:spPr/>
    </dgm:pt>
    <dgm:pt modelId="{595FF706-41E0-A64D-85B8-BDF2921F5747}" type="pres">
      <dgm:prSet presAssocID="{FB8A8855-1292-0743-8945-4FB58B684CF2}" presName="text_3" presStyleLbl="node1" presStyleIdx="2" presStyleCnt="4">
        <dgm:presLayoutVars>
          <dgm:bulletEnabled val="1"/>
        </dgm:presLayoutVars>
      </dgm:prSet>
      <dgm:spPr/>
    </dgm:pt>
    <dgm:pt modelId="{791D9234-87E0-5F49-870B-4A00B08C9061}" type="pres">
      <dgm:prSet presAssocID="{FB8A8855-1292-0743-8945-4FB58B684CF2}" presName="accent_3" presStyleCnt="0"/>
      <dgm:spPr/>
    </dgm:pt>
    <dgm:pt modelId="{2E0D4B6D-29A5-9147-B8E2-73D6D9B6405E}" type="pres">
      <dgm:prSet presAssocID="{FB8A8855-1292-0743-8945-4FB58B684CF2}" presName="accentRepeatNode" presStyleLbl="solidFgAcc1" presStyleIdx="2" presStyleCnt="4"/>
      <dgm:spPr/>
    </dgm:pt>
    <dgm:pt modelId="{DDA6569B-F895-0A49-A888-C38A3D97E53C}" type="pres">
      <dgm:prSet presAssocID="{0A3826BF-6BB0-8646-8124-C089861D5530}" presName="text_4" presStyleLbl="node1" presStyleIdx="3" presStyleCnt="4">
        <dgm:presLayoutVars>
          <dgm:bulletEnabled val="1"/>
        </dgm:presLayoutVars>
      </dgm:prSet>
      <dgm:spPr/>
    </dgm:pt>
    <dgm:pt modelId="{9A872BF2-4E2F-6346-8BD0-A8CA451EB41F}" type="pres">
      <dgm:prSet presAssocID="{0A3826BF-6BB0-8646-8124-C089861D5530}" presName="accent_4" presStyleCnt="0"/>
      <dgm:spPr/>
    </dgm:pt>
    <dgm:pt modelId="{BE6CDFB9-6607-F84E-8B5D-CDB37C8C65F8}" type="pres">
      <dgm:prSet presAssocID="{0A3826BF-6BB0-8646-8124-C089861D5530}" presName="accentRepeatNode" presStyleLbl="solidFgAcc1" presStyleIdx="3" presStyleCnt="4"/>
      <dgm:spPr/>
    </dgm:pt>
  </dgm:ptLst>
  <dgm:cxnLst>
    <dgm:cxn modelId="{468E1406-8972-5648-B28C-7F8AB2E09190}" srcId="{5D70E38B-BA1B-D34C-A547-938CD844EDF5}" destId="{0A3826BF-6BB0-8646-8124-C089861D5530}" srcOrd="3" destOrd="0" parTransId="{26AFFF9B-B273-0F4A-8DD5-E840CB5C0ACC}" sibTransId="{9271EDF6-2937-E048-AED5-EB5F21A02C30}"/>
    <dgm:cxn modelId="{63BF042A-6E81-8843-ACF5-2F66736D1967}" type="presOf" srcId="{0A5A3C05-8F90-224A-8B55-BCBAA086F120}" destId="{20F62299-1F61-5F48-9B63-1BE7B2484C3D}" srcOrd="0" destOrd="0" presId="urn:microsoft.com/office/officeart/2008/layout/VerticalCurvedList"/>
    <dgm:cxn modelId="{83F3D339-0FEF-3642-90A0-2202F7621D52}" type="presOf" srcId="{2199A9B3-C883-4B43-A9E4-0DAFAE4E1653}" destId="{0F6BB4FC-ACA1-FA40-86F3-44654113F3E4}" srcOrd="0" destOrd="0" presId="urn:microsoft.com/office/officeart/2008/layout/VerticalCurvedList"/>
    <dgm:cxn modelId="{A2A23693-FEAE-BD4C-92F7-A405FF238B79}" type="presOf" srcId="{D86C1892-C1C2-0B48-9990-56AFE0B02B05}" destId="{EF681C87-DC32-784B-960F-60B04182D27C}" srcOrd="0" destOrd="0" presId="urn:microsoft.com/office/officeart/2008/layout/VerticalCurvedList"/>
    <dgm:cxn modelId="{76BC139F-6907-DB4E-9210-5F07C7153963}" type="presOf" srcId="{0A3826BF-6BB0-8646-8124-C089861D5530}" destId="{DDA6569B-F895-0A49-A888-C38A3D97E53C}" srcOrd="0" destOrd="0" presId="urn:microsoft.com/office/officeart/2008/layout/VerticalCurvedList"/>
    <dgm:cxn modelId="{338F41B2-006A-B346-9792-DD7C8FBB22DA}" srcId="{5D70E38B-BA1B-D34C-A547-938CD844EDF5}" destId="{FB8A8855-1292-0743-8945-4FB58B684CF2}" srcOrd="2" destOrd="0" parTransId="{2EEDE0E4-97AC-3D43-B4CC-37FFB9A2E281}" sibTransId="{76719B32-7428-2041-A8FA-D71FB401917F}"/>
    <dgm:cxn modelId="{E8A7CFC6-9882-584A-9102-812123D7F9DD}" srcId="{5D70E38B-BA1B-D34C-A547-938CD844EDF5}" destId="{2199A9B3-C883-4B43-A9E4-0DAFAE4E1653}" srcOrd="0" destOrd="0" parTransId="{1CF9CF71-55C8-5340-8287-79D37DBDFE61}" sibTransId="{0A5A3C05-8F90-224A-8B55-BCBAA086F120}"/>
    <dgm:cxn modelId="{3B5867C7-12FB-AF46-A167-A24D03DBBE5D}" srcId="{5D70E38B-BA1B-D34C-A547-938CD844EDF5}" destId="{D86C1892-C1C2-0B48-9990-56AFE0B02B05}" srcOrd="1" destOrd="0" parTransId="{243267E1-7DE7-5347-B1EB-C0CA3E940CF6}" sibTransId="{E73F170A-3B9A-2C46-B4C3-6DD0539EDF83}"/>
    <dgm:cxn modelId="{7E7A7AD3-FD55-DE40-BDF8-9E1EB05075FE}" type="presOf" srcId="{FB8A8855-1292-0743-8945-4FB58B684CF2}" destId="{595FF706-41E0-A64D-85B8-BDF2921F5747}" srcOrd="0" destOrd="0" presId="urn:microsoft.com/office/officeart/2008/layout/VerticalCurvedList"/>
    <dgm:cxn modelId="{94BF2DDA-D009-F446-862E-8A033F9B9AE7}" type="presOf" srcId="{5D70E38B-BA1B-D34C-A547-938CD844EDF5}" destId="{DF9F9C05-3764-8348-93BD-E6E4550593E9}" srcOrd="0" destOrd="0" presId="urn:microsoft.com/office/officeart/2008/layout/VerticalCurvedList"/>
    <dgm:cxn modelId="{DC5A3B43-B2BB-9D46-954A-C9612CD68786}" type="presParOf" srcId="{DF9F9C05-3764-8348-93BD-E6E4550593E9}" destId="{44796034-72CD-3A45-9AA3-66C2E77EE0B9}" srcOrd="0" destOrd="0" presId="urn:microsoft.com/office/officeart/2008/layout/VerticalCurvedList"/>
    <dgm:cxn modelId="{76BE47C1-404E-DE44-A605-4E6B649C1885}" type="presParOf" srcId="{44796034-72CD-3A45-9AA3-66C2E77EE0B9}" destId="{363CF32E-F5C3-3E4C-A5C1-E0DEE129C545}" srcOrd="0" destOrd="0" presId="urn:microsoft.com/office/officeart/2008/layout/VerticalCurvedList"/>
    <dgm:cxn modelId="{57A6D063-6DCA-B04A-BD4D-A599E523DB69}" type="presParOf" srcId="{363CF32E-F5C3-3E4C-A5C1-E0DEE129C545}" destId="{AD9680FA-7A73-E841-801E-4A4084A401B7}" srcOrd="0" destOrd="0" presId="urn:microsoft.com/office/officeart/2008/layout/VerticalCurvedList"/>
    <dgm:cxn modelId="{640B06B4-E344-DA4C-89BB-C8BC3292E62D}" type="presParOf" srcId="{363CF32E-F5C3-3E4C-A5C1-E0DEE129C545}" destId="{20F62299-1F61-5F48-9B63-1BE7B2484C3D}" srcOrd="1" destOrd="0" presId="urn:microsoft.com/office/officeart/2008/layout/VerticalCurvedList"/>
    <dgm:cxn modelId="{3AC06E1E-8497-794B-858A-DF0C4106244F}" type="presParOf" srcId="{363CF32E-F5C3-3E4C-A5C1-E0DEE129C545}" destId="{45EEDA42-2507-904F-9784-9E55B56DB273}" srcOrd="2" destOrd="0" presId="urn:microsoft.com/office/officeart/2008/layout/VerticalCurvedList"/>
    <dgm:cxn modelId="{ED14F7D1-AA5E-7542-8D61-027D9298416E}" type="presParOf" srcId="{363CF32E-F5C3-3E4C-A5C1-E0DEE129C545}" destId="{90516600-2D2A-014E-B232-F619DF2BA4EA}" srcOrd="3" destOrd="0" presId="urn:microsoft.com/office/officeart/2008/layout/VerticalCurvedList"/>
    <dgm:cxn modelId="{31D63001-53B3-8341-B52A-0D7B40FBF216}" type="presParOf" srcId="{44796034-72CD-3A45-9AA3-66C2E77EE0B9}" destId="{0F6BB4FC-ACA1-FA40-86F3-44654113F3E4}" srcOrd="1" destOrd="0" presId="urn:microsoft.com/office/officeart/2008/layout/VerticalCurvedList"/>
    <dgm:cxn modelId="{0662A40C-9F17-4344-B473-640A770CB451}" type="presParOf" srcId="{44796034-72CD-3A45-9AA3-66C2E77EE0B9}" destId="{1C7CB266-121B-BA47-9766-7C9A8E39A585}" srcOrd="2" destOrd="0" presId="urn:microsoft.com/office/officeart/2008/layout/VerticalCurvedList"/>
    <dgm:cxn modelId="{56013508-DF8E-E043-8B88-E79E241A26F4}" type="presParOf" srcId="{1C7CB266-121B-BA47-9766-7C9A8E39A585}" destId="{FE0BF93B-493A-DF4C-BC01-A766FD846510}" srcOrd="0" destOrd="0" presId="urn:microsoft.com/office/officeart/2008/layout/VerticalCurvedList"/>
    <dgm:cxn modelId="{24252511-8D50-CD45-8939-EBB3D11E60EE}" type="presParOf" srcId="{44796034-72CD-3A45-9AA3-66C2E77EE0B9}" destId="{EF681C87-DC32-784B-960F-60B04182D27C}" srcOrd="3" destOrd="0" presId="urn:microsoft.com/office/officeart/2008/layout/VerticalCurvedList"/>
    <dgm:cxn modelId="{30FC36DE-1F97-AA41-9B15-98E14F92C8B0}" type="presParOf" srcId="{44796034-72CD-3A45-9AA3-66C2E77EE0B9}" destId="{B4AC581C-05F9-AB40-893D-221A95CFB535}" srcOrd="4" destOrd="0" presId="urn:microsoft.com/office/officeart/2008/layout/VerticalCurvedList"/>
    <dgm:cxn modelId="{C760C98E-79DF-2C4C-97ED-3B31D0097438}" type="presParOf" srcId="{B4AC581C-05F9-AB40-893D-221A95CFB535}" destId="{8380D19F-844F-8740-93B1-7820855F55C5}" srcOrd="0" destOrd="0" presId="urn:microsoft.com/office/officeart/2008/layout/VerticalCurvedList"/>
    <dgm:cxn modelId="{02C85997-E1F9-8345-8F95-7C210B145BE3}" type="presParOf" srcId="{44796034-72CD-3A45-9AA3-66C2E77EE0B9}" destId="{595FF706-41E0-A64D-85B8-BDF2921F5747}" srcOrd="5" destOrd="0" presId="urn:microsoft.com/office/officeart/2008/layout/VerticalCurvedList"/>
    <dgm:cxn modelId="{ED4209B4-4DC4-B94D-8143-34457EF357FB}" type="presParOf" srcId="{44796034-72CD-3A45-9AA3-66C2E77EE0B9}" destId="{791D9234-87E0-5F49-870B-4A00B08C9061}" srcOrd="6" destOrd="0" presId="urn:microsoft.com/office/officeart/2008/layout/VerticalCurvedList"/>
    <dgm:cxn modelId="{9B7AF8A0-6B5E-464F-A0BA-0E55040BFC9D}" type="presParOf" srcId="{791D9234-87E0-5F49-870B-4A00B08C9061}" destId="{2E0D4B6D-29A5-9147-B8E2-73D6D9B6405E}" srcOrd="0" destOrd="0" presId="urn:microsoft.com/office/officeart/2008/layout/VerticalCurvedList"/>
    <dgm:cxn modelId="{78CDA592-1B13-504C-AD6C-5AFAB5D0B23F}" type="presParOf" srcId="{44796034-72CD-3A45-9AA3-66C2E77EE0B9}" destId="{DDA6569B-F895-0A49-A888-C38A3D97E53C}" srcOrd="7" destOrd="0" presId="urn:microsoft.com/office/officeart/2008/layout/VerticalCurvedList"/>
    <dgm:cxn modelId="{183F40EC-AB4D-0F48-BED2-958487784848}" type="presParOf" srcId="{44796034-72CD-3A45-9AA3-66C2E77EE0B9}" destId="{9A872BF2-4E2F-6346-8BD0-A8CA451EB41F}" srcOrd="8" destOrd="0" presId="urn:microsoft.com/office/officeart/2008/layout/VerticalCurvedList"/>
    <dgm:cxn modelId="{42CD4D60-BD57-3045-AC0A-3B812A73B557}" type="presParOf" srcId="{9A872BF2-4E2F-6346-8BD0-A8CA451EB41F}" destId="{BE6CDFB9-6607-F84E-8B5D-CDB37C8C65F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B23F77-3D8E-AF4B-A10F-F12F47900EE5}" type="doc">
      <dgm:prSet loTypeId="urn:microsoft.com/office/officeart/2005/8/layout/hierarchy1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9D60F488-D3D1-CF4F-A150-834802BF33DE}">
      <dgm:prSet phldrT="[Testo]" custT="1"/>
      <dgm:spPr/>
      <dgm:t>
        <a:bodyPr/>
        <a:lstStyle/>
        <a:p>
          <a:r>
            <a:rPr lang="en-GB" sz="1200" noProof="0" dirty="0"/>
            <a:t>TO Broadcast</a:t>
          </a:r>
        </a:p>
      </dgm:t>
    </dgm:pt>
    <dgm:pt modelId="{E57B1AE7-7CE6-F240-96D8-07CE03E9C2D8}" type="parTrans" cxnId="{A95053CE-75EE-8C42-8253-49E0AF9DAE1C}">
      <dgm:prSet/>
      <dgm:spPr/>
      <dgm:t>
        <a:bodyPr/>
        <a:lstStyle/>
        <a:p>
          <a:endParaRPr lang="en-GB" sz="1800" noProof="0" dirty="0"/>
        </a:p>
      </dgm:t>
    </dgm:pt>
    <dgm:pt modelId="{6C40F8A4-9942-AC49-B86D-85D2A7EE1EE8}" type="sibTrans" cxnId="{A95053CE-75EE-8C42-8253-49E0AF9DAE1C}">
      <dgm:prSet/>
      <dgm:spPr/>
      <dgm:t>
        <a:bodyPr/>
        <a:lstStyle/>
        <a:p>
          <a:endParaRPr lang="en-GB" sz="1800" noProof="0" dirty="0"/>
        </a:p>
      </dgm:t>
    </dgm:pt>
    <dgm:pt modelId="{F322CAAD-3398-674B-A3BC-F3E3E9E80A66}">
      <dgm:prSet phldrT="[Testo]" custT="1"/>
      <dgm:spPr/>
      <dgm:t>
        <a:bodyPr/>
        <a:lstStyle/>
        <a:p>
          <a:r>
            <a:rPr lang="en-GB" sz="1200" noProof="0" dirty="0"/>
            <a:t>Integrity</a:t>
          </a:r>
        </a:p>
      </dgm:t>
    </dgm:pt>
    <dgm:pt modelId="{B6A2AC75-E1FE-514D-80CE-64BE265FB0E9}" type="parTrans" cxnId="{96F23525-1BEC-9649-8434-78398E73437E}">
      <dgm:prSet/>
      <dgm:spPr/>
      <dgm:t>
        <a:bodyPr/>
        <a:lstStyle/>
        <a:p>
          <a:endParaRPr lang="en-GB" sz="1800" noProof="0" dirty="0"/>
        </a:p>
      </dgm:t>
    </dgm:pt>
    <dgm:pt modelId="{3917D06E-1EBB-174E-B393-CD2FE0237AEE}" type="sibTrans" cxnId="{96F23525-1BEC-9649-8434-78398E73437E}">
      <dgm:prSet/>
      <dgm:spPr/>
      <dgm:t>
        <a:bodyPr/>
        <a:lstStyle/>
        <a:p>
          <a:endParaRPr lang="en-GB" sz="1800" noProof="0" dirty="0"/>
        </a:p>
      </dgm:t>
    </dgm:pt>
    <dgm:pt modelId="{E6E79C4B-8E86-9843-9C17-E69AD9538169}">
      <dgm:prSet phldrT="[Testo]" custT="1"/>
      <dgm:spPr/>
      <dgm:t>
        <a:bodyPr/>
        <a:lstStyle/>
        <a:p>
          <a:r>
            <a:rPr lang="en-GB" sz="1200" noProof="0" dirty="0"/>
            <a:t>Uniform</a:t>
          </a:r>
        </a:p>
      </dgm:t>
    </dgm:pt>
    <dgm:pt modelId="{8A78E066-0E87-E540-9ED2-062D41A8C2B2}" type="parTrans" cxnId="{44B61872-8D5B-7C4F-BCB3-61DD830D567E}">
      <dgm:prSet/>
      <dgm:spPr/>
      <dgm:t>
        <a:bodyPr/>
        <a:lstStyle/>
        <a:p>
          <a:endParaRPr lang="en-GB" sz="1800" noProof="0" dirty="0"/>
        </a:p>
      </dgm:t>
    </dgm:pt>
    <dgm:pt modelId="{DFB10E9C-0159-8048-8217-E34E16825FB7}" type="sibTrans" cxnId="{44B61872-8D5B-7C4F-BCB3-61DD830D567E}">
      <dgm:prSet/>
      <dgm:spPr/>
      <dgm:t>
        <a:bodyPr/>
        <a:lstStyle/>
        <a:p>
          <a:endParaRPr lang="en-GB" sz="1800" noProof="0" dirty="0"/>
        </a:p>
      </dgm:t>
    </dgm:pt>
    <dgm:pt modelId="{0D5B9572-7411-D244-AD73-5518F85ADD7B}">
      <dgm:prSet phldrT="[Testo]" custT="1"/>
      <dgm:spPr/>
      <dgm:t>
        <a:bodyPr/>
        <a:lstStyle/>
        <a:p>
          <a:r>
            <a:rPr lang="en-GB" sz="1200" noProof="0" dirty="0"/>
            <a:t>Non-uniform</a:t>
          </a:r>
        </a:p>
      </dgm:t>
    </dgm:pt>
    <dgm:pt modelId="{677B5A3E-78E5-CF41-980F-D957EB1B65D8}" type="parTrans" cxnId="{B425F6EE-BBB8-CF45-B50E-10AACA657401}">
      <dgm:prSet/>
      <dgm:spPr/>
      <dgm:t>
        <a:bodyPr/>
        <a:lstStyle/>
        <a:p>
          <a:endParaRPr lang="en-GB" sz="1800" noProof="0" dirty="0"/>
        </a:p>
      </dgm:t>
    </dgm:pt>
    <dgm:pt modelId="{BC5FC1AD-8E63-964C-8802-8363160D0118}" type="sibTrans" cxnId="{B425F6EE-BBB8-CF45-B50E-10AACA657401}">
      <dgm:prSet/>
      <dgm:spPr/>
      <dgm:t>
        <a:bodyPr/>
        <a:lstStyle/>
        <a:p>
          <a:endParaRPr lang="en-GB" sz="1800" noProof="0" dirty="0"/>
        </a:p>
      </dgm:t>
    </dgm:pt>
    <dgm:pt modelId="{118148F5-2BF3-074F-84F8-508D74EDB9E1}">
      <dgm:prSet phldrT="[Testo]" custT="1"/>
      <dgm:spPr/>
      <dgm:t>
        <a:bodyPr/>
        <a:lstStyle/>
        <a:p>
          <a:r>
            <a:rPr lang="en-GB" sz="1200" noProof="0" dirty="0"/>
            <a:t>Validity</a:t>
          </a:r>
        </a:p>
      </dgm:t>
    </dgm:pt>
    <dgm:pt modelId="{E470860A-B597-E740-953E-5DC9167D9E71}" type="parTrans" cxnId="{252E97F6-082D-A54B-9B7A-DC824AEC94A8}">
      <dgm:prSet/>
      <dgm:spPr/>
      <dgm:t>
        <a:bodyPr/>
        <a:lstStyle/>
        <a:p>
          <a:endParaRPr lang="en-GB" sz="1800" noProof="0" dirty="0"/>
        </a:p>
      </dgm:t>
    </dgm:pt>
    <dgm:pt modelId="{92C02429-77BB-EC46-A155-52A43651579A}" type="sibTrans" cxnId="{252E97F6-082D-A54B-9B7A-DC824AEC94A8}">
      <dgm:prSet/>
      <dgm:spPr/>
      <dgm:t>
        <a:bodyPr/>
        <a:lstStyle/>
        <a:p>
          <a:endParaRPr lang="en-GB" sz="1800" noProof="0" dirty="0"/>
        </a:p>
      </dgm:t>
    </dgm:pt>
    <dgm:pt modelId="{348EEABA-A82E-984D-AF49-30BED4E88E63}">
      <dgm:prSet phldrT="[Testo]" custT="1"/>
      <dgm:spPr/>
      <dgm:t>
        <a:bodyPr/>
        <a:lstStyle/>
        <a:p>
          <a:r>
            <a:rPr lang="en-GB" sz="1200" noProof="0" dirty="0"/>
            <a:t>Uniform</a:t>
          </a:r>
        </a:p>
      </dgm:t>
    </dgm:pt>
    <dgm:pt modelId="{44ECE5AB-CF12-8749-AB12-0C41AA5CCACE}" type="parTrans" cxnId="{0B3B123B-2951-F74A-AA8E-7CA507432CA8}">
      <dgm:prSet/>
      <dgm:spPr/>
      <dgm:t>
        <a:bodyPr/>
        <a:lstStyle/>
        <a:p>
          <a:endParaRPr lang="en-GB" sz="1800" noProof="0" dirty="0"/>
        </a:p>
      </dgm:t>
    </dgm:pt>
    <dgm:pt modelId="{60D5ED45-AFB0-F248-A776-100F1962DF15}" type="sibTrans" cxnId="{0B3B123B-2951-F74A-AA8E-7CA507432CA8}">
      <dgm:prSet/>
      <dgm:spPr/>
      <dgm:t>
        <a:bodyPr/>
        <a:lstStyle/>
        <a:p>
          <a:endParaRPr lang="en-GB" sz="1800" noProof="0" dirty="0"/>
        </a:p>
      </dgm:t>
    </dgm:pt>
    <dgm:pt modelId="{30F8E944-3A3B-FF4E-A3CF-B4250A4EA7D6}">
      <dgm:prSet custT="1"/>
      <dgm:spPr/>
      <dgm:t>
        <a:bodyPr/>
        <a:lstStyle/>
        <a:p>
          <a:r>
            <a:rPr lang="en-GB" sz="1200" noProof="0" dirty="0"/>
            <a:t>Agreement</a:t>
          </a:r>
        </a:p>
      </dgm:t>
    </dgm:pt>
    <dgm:pt modelId="{BB5147AD-914D-2643-85FB-DB14ABCD6C10}" type="parTrans" cxnId="{564DFD5D-AA16-C849-927C-B8F8FC365AA1}">
      <dgm:prSet/>
      <dgm:spPr/>
      <dgm:t>
        <a:bodyPr/>
        <a:lstStyle/>
        <a:p>
          <a:endParaRPr lang="en-GB" sz="1800" noProof="0" dirty="0"/>
        </a:p>
      </dgm:t>
    </dgm:pt>
    <dgm:pt modelId="{399C755B-99D2-F249-B200-E118770221EA}" type="sibTrans" cxnId="{564DFD5D-AA16-C849-927C-B8F8FC365AA1}">
      <dgm:prSet/>
      <dgm:spPr/>
      <dgm:t>
        <a:bodyPr/>
        <a:lstStyle/>
        <a:p>
          <a:endParaRPr lang="en-GB" sz="1800" noProof="0" dirty="0"/>
        </a:p>
      </dgm:t>
    </dgm:pt>
    <dgm:pt modelId="{8C079FD3-8B74-9047-917B-4EAC38DCD57D}">
      <dgm:prSet custT="1"/>
      <dgm:spPr/>
      <dgm:t>
        <a:bodyPr/>
        <a:lstStyle/>
        <a:p>
          <a:r>
            <a:rPr lang="en-GB" sz="1200" noProof="0" dirty="0"/>
            <a:t>Ordering</a:t>
          </a:r>
        </a:p>
      </dgm:t>
    </dgm:pt>
    <dgm:pt modelId="{482DFE75-B1A1-4349-B544-B6706471576C}" type="parTrans" cxnId="{E86A9388-FEBB-6542-AACE-7A017994CCD8}">
      <dgm:prSet/>
      <dgm:spPr/>
      <dgm:t>
        <a:bodyPr/>
        <a:lstStyle/>
        <a:p>
          <a:endParaRPr lang="en-GB" sz="1800" noProof="0" dirty="0"/>
        </a:p>
      </dgm:t>
    </dgm:pt>
    <dgm:pt modelId="{F0463D35-BFB2-8448-ADB1-9705D0E08518}" type="sibTrans" cxnId="{E86A9388-FEBB-6542-AACE-7A017994CCD8}">
      <dgm:prSet/>
      <dgm:spPr/>
      <dgm:t>
        <a:bodyPr/>
        <a:lstStyle/>
        <a:p>
          <a:endParaRPr lang="en-GB" sz="1800" noProof="0" dirty="0"/>
        </a:p>
      </dgm:t>
    </dgm:pt>
    <dgm:pt modelId="{6E237540-5EAA-3E43-9D8B-88BAAC862B47}">
      <dgm:prSet phldrT="[Testo]" custT="1"/>
      <dgm:spPr/>
      <dgm:t>
        <a:bodyPr/>
        <a:lstStyle/>
        <a:p>
          <a:r>
            <a:rPr lang="en-GB" sz="1200" noProof="0" dirty="0"/>
            <a:t>Non-uniform</a:t>
          </a:r>
        </a:p>
      </dgm:t>
    </dgm:pt>
    <dgm:pt modelId="{0D04EAEA-E67B-E645-8AC3-3F165EC0513F}" type="parTrans" cxnId="{A1E3193E-5318-5740-AB95-CA8D068E2EB6}">
      <dgm:prSet/>
      <dgm:spPr/>
      <dgm:t>
        <a:bodyPr/>
        <a:lstStyle/>
        <a:p>
          <a:endParaRPr lang="en-GB" sz="1800" noProof="0" dirty="0"/>
        </a:p>
      </dgm:t>
    </dgm:pt>
    <dgm:pt modelId="{07B7D731-0341-424D-9B4F-B72F345FFA1D}" type="sibTrans" cxnId="{A1E3193E-5318-5740-AB95-CA8D068E2EB6}">
      <dgm:prSet/>
      <dgm:spPr/>
      <dgm:t>
        <a:bodyPr/>
        <a:lstStyle/>
        <a:p>
          <a:endParaRPr lang="en-GB" sz="1800" noProof="0" dirty="0"/>
        </a:p>
      </dgm:t>
    </dgm:pt>
    <dgm:pt modelId="{B1FC2FC8-5457-3741-922F-2D179ED4E038}">
      <dgm:prSet custT="1"/>
      <dgm:spPr/>
      <dgm:t>
        <a:bodyPr/>
        <a:lstStyle/>
        <a:p>
          <a:r>
            <a:rPr lang="en-GB" sz="1200" noProof="0" dirty="0"/>
            <a:t>Uniform</a:t>
          </a:r>
        </a:p>
      </dgm:t>
    </dgm:pt>
    <dgm:pt modelId="{AF48B5B8-747E-CD4A-8FE2-847AE5B7054D}" type="parTrans" cxnId="{E185487B-1082-C447-9D06-E1886448FDF2}">
      <dgm:prSet/>
      <dgm:spPr/>
      <dgm:t>
        <a:bodyPr/>
        <a:lstStyle/>
        <a:p>
          <a:endParaRPr lang="en-GB" sz="1800" noProof="0" dirty="0"/>
        </a:p>
      </dgm:t>
    </dgm:pt>
    <dgm:pt modelId="{4A188FBC-92F1-A547-8E74-9E1DED4A4157}" type="sibTrans" cxnId="{E185487B-1082-C447-9D06-E1886448FDF2}">
      <dgm:prSet/>
      <dgm:spPr/>
      <dgm:t>
        <a:bodyPr/>
        <a:lstStyle/>
        <a:p>
          <a:endParaRPr lang="en-GB" sz="1800" noProof="0" dirty="0"/>
        </a:p>
      </dgm:t>
    </dgm:pt>
    <dgm:pt modelId="{BBEC0C68-960B-D442-A708-52EBCED33A75}">
      <dgm:prSet phldrT="[Testo]" custT="1"/>
      <dgm:spPr/>
      <dgm:t>
        <a:bodyPr/>
        <a:lstStyle/>
        <a:p>
          <a:r>
            <a:rPr lang="en-GB" sz="1200" noProof="0" dirty="0"/>
            <a:t>Non-uniform</a:t>
          </a:r>
        </a:p>
      </dgm:t>
    </dgm:pt>
    <dgm:pt modelId="{6AE23E0C-FB99-FB48-AF45-67DE4CFD1A69}" type="parTrans" cxnId="{7E459DBD-840E-BF4F-BB03-152E1B692BCC}">
      <dgm:prSet/>
      <dgm:spPr/>
      <dgm:t>
        <a:bodyPr/>
        <a:lstStyle/>
        <a:p>
          <a:endParaRPr lang="en-GB" sz="1800" noProof="0" dirty="0"/>
        </a:p>
      </dgm:t>
    </dgm:pt>
    <dgm:pt modelId="{CF4DFD75-EF6D-4D4C-916A-F282B0655B4D}" type="sibTrans" cxnId="{7E459DBD-840E-BF4F-BB03-152E1B692BCC}">
      <dgm:prSet/>
      <dgm:spPr/>
      <dgm:t>
        <a:bodyPr/>
        <a:lstStyle/>
        <a:p>
          <a:endParaRPr lang="en-GB" sz="1800" noProof="0" dirty="0"/>
        </a:p>
      </dgm:t>
    </dgm:pt>
    <dgm:pt modelId="{1C44FB6C-076B-DD45-8868-E45333138207}">
      <dgm:prSet custT="1"/>
      <dgm:spPr/>
      <dgm:t>
        <a:bodyPr/>
        <a:lstStyle/>
        <a:p>
          <a:r>
            <a:rPr lang="en-GB" sz="1200" noProof="0" dirty="0"/>
            <a:t>Uniform</a:t>
          </a:r>
        </a:p>
      </dgm:t>
    </dgm:pt>
    <dgm:pt modelId="{8DD2699D-76F9-0C46-AE1F-25C56C79F005}" type="parTrans" cxnId="{2792674A-A2E5-E44A-9DAD-842E57405CBE}">
      <dgm:prSet/>
      <dgm:spPr/>
      <dgm:t>
        <a:bodyPr/>
        <a:lstStyle/>
        <a:p>
          <a:endParaRPr lang="en-GB" sz="1800" noProof="0" dirty="0"/>
        </a:p>
      </dgm:t>
    </dgm:pt>
    <dgm:pt modelId="{E36C0DC6-F209-F444-9181-6D374F98E2B4}" type="sibTrans" cxnId="{2792674A-A2E5-E44A-9DAD-842E57405CBE}">
      <dgm:prSet/>
      <dgm:spPr/>
      <dgm:t>
        <a:bodyPr/>
        <a:lstStyle/>
        <a:p>
          <a:endParaRPr lang="en-GB" sz="1800" noProof="0" dirty="0"/>
        </a:p>
      </dgm:t>
    </dgm:pt>
    <dgm:pt modelId="{8B6EE767-8E22-9140-9C11-D96B04CBDCBA}">
      <dgm:prSet custT="1"/>
      <dgm:spPr/>
      <dgm:t>
        <a:bodyPr/>
        <a:lstStyle/>
        <a:p>
          <a:r>
            <a:rPr lang="en-GB" sz="1200" noProof="0" dirty="0"/>
            <a:t>Non-uniform</a:t>
          </a:r>
        </a:p>
      </dgm:t>
    </dgm:pt>
    <dgm:pt modelId="{92A6F1DE-7E3D-B343-9CE1-DCA5F0B14E5A}" type="parTrans" cxnId="{9755EE68-C40D-314B-9D1F-72C5155C6B16}">
      <dgm:prSet/>
      <dgm:spPr/>
      <dgm:t>
        <a:bodyPr/>
        <a:lstStyle/>
        <a:p>
          <a:endParaRPr lang="en-GB" sz="1800" noProof="0" dirty="0"/>
        </a:p>
      </dgm:t>
    </dgm:pt>
    <dgm:pt modelId="{91D44AC4-4FCE-F24C-89FB-81993F021FBC}" type="sibTrans" cxnId="{9755EE68-C40D-314B-9D1F-72C5155C6B16}">
      <dgm:prSet/>
      <dgm:spPr/>
      <dgm:t>
        <a:bodyPr/>
        <a:lstStyle/>
        <a:p>
          <a:endParaRPr lang="en-GB" sz="1800" noProof="0" dirty="0"/>
        </a:p>
      </dgm:t>
    </dgm:pt>
    <dgm:pt modelId="{183D630F-BEDF-6242-9D43-A42D98E76F70}">
      <dgm:prSet/>
      <dgm:spPr/>
      <dgm:t>
        <a:bodyPr/>
        <a:lstStyle/>
        <a:p>
          <a:r>
            <a:rPr lang="en-GB" noProof="0" dirty="0"/>
            <a:t>All</a:t>
          </a:r>
        </a:p>
      </dgm:t>
    </dgm:pt>
    <dgm:pt modelId="{70FEDE80-5A5B-CC4F-915E-AD2F8E475180}" type="parTrans" cxnId="{A5E9B2CA-4EA5-4143-A273-1C42E07CB35A}">
      <dgm:prSet/>
      <dgm:spPr/>
      <dgm:t>
        <a:bodyPr/>
        <a:lstStyle/>
        <a:p>
          <a:endParaRPr lang="en-GB" noProof="0" dirty="0"/>
        </a:p>
      </dgm:t>
    </dgm:pt>
    <dgm:pt modelId="{D322B75B-C9D6-BB4B-BBE8-8851DE63459A}" type="sibTrans" cxnId="{A5E9B2CA-4EA5-4143-A273-1C42E07CB35A}">
      <dgm:prSet/>
      <dgm:spPr/>
      <dgm:t>
        <a:bodyPr/>
        <a:lstStyle/>
        <a:p>
          <a:endParaRPr lang="en-GB" noProof="0" dirty="0"/>
        </a:p>
      </dgm:t>
    </dgm:pt>
    <dgm:pt modelId="{2E674606-80FB-154C-8667-B51E5C24B05A}">
      <dgm:prSet/>
      <dgm:spPr/>
      <dgm:t>
        <a:bodyPr/>
        <a:lstStyle/>
        <a:p>
          <a:r>
            <a:rPr lang="en-GB" noProof="0" dirty="0"/>
            <a:t>Correct Processes</a:t>
          </a:r>
        </a:p>
      </dgm:t>
    </dgm:pt>
    <dgm:pt modelId="{1BBDF784-F4B4-324E-A9E1-9D71EF8C6DBF}" type="parTrans" cxnId="{885B92AC-F58F-8542-B103-E743A11542D9}">
      <dgm:prSet/>
      <dgm:spPr/>
      <dgm:t>
        <a:bodyPr/>
        <a:lstStyle/>
        <a:p>
          <a:endParaRPr lang="en-GB" noProof="0" dirty="0"/>
        </a:p>
      </dgm:t>
    </dgm:pt>
    <dgm:pt modelId="{CFBFB054-25FA-774A-9141-0D1099344A91}" type="sibTrans" cxnId="{885B92AC-F58F-8542-B103-E743A11542D9}">
      <dgm:prSet/>
      <dgm:spPr/>
      <dgm:t>
        <a:bodyPr/>
        <a:lstStyle/>
        <a:p>
          <a:endParaRPr lang="en-GB" noProof="0" dirty="0"/>
        </a:p>
      </dgm:t>
    </dgm:pt>
    <dgm:pt modelId="{8A740B9D-825B-CA4B-BBFE-61331D7677DF}">
      <dgm:prSet/>
      <dgm:spPr/>
      <dgm:t>
        <a:bodyPr/>
        <a:lstStyle/>
        <a:p>
          <a:r>
            <a:rPr lang="en-GB" noProof="0" dirty="0"/>
            <a:t>All</a:t>
          </a:r>
        </a:p>
      </dgm:t>
    </dgm:pt>
    <dgm:pt modelId="{465811E0-C4D5-9346-8616-FB3757DFD50F}" type="parTrans" cxnId="{9D749CFC-959B-194B-B781-766C36B3A588}">
      <dgm:prSet/>
      <dgm:spPr/>
      <dgm:t>
        <a:bodyPr/>
        <a:lstStyle/>
        <a:p>
          <a:endParaRPr lang="en-GB" noProof="0" dirty="0"/>
        </a:p>
      </dgm:t>
    </dgm:pt>
    <dgm:pt modelId="{F7683980-27DE-C649-BE47-B1CD4F576C20}" type="sibTrans" cxnId="{9D749CFC-959B-194B-B781-766C36B3A588}">
      <dgm:prSet/>
      <dgm:spPr/>
      <dgm:t>
        <a:bodyPr/>
        <a:lstStyle/>
        <a:p>
          <a:endParaRPr lang="en-GB" noProof="0" dirty="0"/>
        </a:p>
      </dgm:t>
    </dgm:pt>
    <dgm:pt modelId="{E6BE3BA0-ACD0-984E-8D19-309D2F71AD42}">
      <dgm:prSet/>
      <dgm:spPr/>
      <dgm:t>
        <a:bodyPr/>
        <a:lstStyle/>
        <a:p>
          <a:r>
            <a:rPr lang="en-GB" noProof="0" dirty="0"/>
            <a:t>Correct Processes</a:t>
          </a:r>
        </a:p>
      </dgm:t>
    </dgm:pt>
    <dgm:pt modelId="{81E57473-D75E-1D40-B71A-E900729F2544}" type="parTrans" cxnId="{7EB2DA75-EA24-664B-8DB1-E51DC278674D}">
      <dgm:prSet/>
      <dgm:spPr/>
      <dgm:t>
        <a:bodyPr/>
        <a:lstStyle/>
        <a:p>
          <a:endParaRPr lang="en-GB" noProof="0" dirty="0"/>
        </a:p>
      </dgm:t>
    </dgm:pt>
    <dgm:pt modelId="{E53618ED-14B7-0D4E-84D1-272498988B5D}" type="sibTrans" cxnId="{7EB2DA75-EA24-664B-8DB1-E51DC278674D}">
      <dgm:prSet/>
      <dgm:spPr/>
      <dgm:t>
        <a:bodyPr/>
        <a:lstStyle/>
        <a:p>
          <a:endParaRPr lang="en-GB" noProof="0" dirty="0"/>
        </a:p>
      </dgm:t>
    </dgm:pt>
    <dgm:pt modelId="{2F87D532-F8F1-A040-9793-BD74193C9870}">
      <dgm:prSet/>
      <dgm:spPr/>
      <dgm:t>
        <a:bodyPr/>
        <a:lstStyle/>
        <a:p>
          <a:r>
            <a:rPr lang="en-GB" noProof="0" dirty="0"/>
            <a:t>All</a:t>
          </a:r>
        </a:p>
      </dgm:t>
    </dgm:pt>
    <dgm:pt modelId="{5E05AF3A-541E-1946-8658-F67EBB4D0FBD}" type="parTrans" cxnId="{B0990265-951D-9B46-95E9-7BF815A7BFB1}">
      <dgm:prSet/>
      <dgm:spPr/>
      <dgm:t>
        <a:bodyPr/>
        <a:lstStyle/>
        <a:p>
          <a:endParaRPr lang="en-GB" noProof="0" dirty="0"/>
        </a:p>
      </dgm:t>
    </dgm:pt>
    <dgm:pt modelId="{4431CCFD-F746-C046-A06A-10969D9604D5}" type="sibTrans" cxnId="{B0990265-951D-9B46-95E9-7BF815A7BFB1}">
      <dgm:prSet/>
      <dgm:spPr/>
      <dgm:t>
        <a:bodyPr/>
        <a:lstStyle/>
        <a:p>
          <a:endParaRPr lang="en-GB" noProof="0" dirty="0"/>
        </a:p>
      </dgm:t>
    </dgm:pt>
    <dgm:pt modelId="{19D9DE57-89EB-0C42-872F-EB883E444077}">
      <dgm:prSet/>
      <dgm:spPr/>
      <dgm:t>
        <a:bodyPr/>
        <a:lstStyle/>
        <a:p>
          <a:r>
            <a:rPr lang="en-GB" noProof="0" dirty="0"/>
            <a:t>Correct Processes</a:t>
          </a:r>
        </a:p>
      </dgm:t>
    </dgm:pt>
    <dgm:pt modelId="{1D4D4D5F-59C5-5D4A-BC0C-675413D6F1DE}" type="parTrans" cxnId="{899E3BA6-775E-964E-987B-CD0754159D92}">
      <dgm:prSet/>
      <dgm:spPr/>
      <dgm:t>
        <a:bodyPr/>
        <a:lstStyle/>
        <a:p>
          <a:endParaRPr lang="en-GB" noProof="0" dirty="0"/>
        </a:p>
      </dgm:t>
    </dgm:pt>
    <dgm:pt modelId="{BCFF17D5-D713-9049-9479-A97038E5A47D}" type="sibTrans" cxnId="{899E3BA6-775E-964E-987B-CD0754159D92}">
      <dgm:prSet/>
      <dgm:spPr/>
      <dgm:t>
        <a:bodyPr/>
        <a:lstStyle/>
        <a:p>
          <a:endParaRPr lang="en-GB" noProof="0" dirty="0"/>
        </a:p>
      </dgm:t>
    </dgm:pt>
    <dgm:pt modelId="{584FA665-7CC8-5947-8B75-A0FA0055B955}">
      <dgm:prSet/>
      <dgm:spPr/>
      <dgm:t>
        <a:bodyPr/>
        <a:lstStyle/>
        <a:p>
          <a:r>
            <a:rPr lang="en-GB" noProof="0" dirty="0"/>
            <a:t>All</a:t>
          </a:r>
        </a:p>
      </dgm:t>
    </dgm:pt>
    <dgm:pt modelId="{CE52AB91-B7D4-584C-9F6F-0BC5AA73A0D9}" type="parTrans" cxnId="{A9418594-6696-5B44-B886-AB3C05DE9894}">
      <dgm:prSet/>
      <dgm:spPr/>
      <dgm:t>
        <a:bodyPr/>
        <a:lstStyle/>
        <a:p>
          <a:endParaRPr lang="en-GB" noProof="0" dirty="0"/>
        </a:p>
      </dgm:t>
    </dgm:pt>
    <dgm:pt modelId="{A5FAB6F0-9F38-F54B-9D16-FDB6DDFEB80E}" type="sibTrans" cxnId="{A9418594-6696-5B44-B886-AB3C05DE9894}">
      <dgm:prSet/>
      <dgm:spPr/>
      <dgm:t>
        <a:bodyPr/>
        <a:lstStyle/>
        <a:p>
          <a:endParaRPr lang="en-GB" noProof="0" dirty="0"/>
        </a:p>
      </dgm:t>
    </dgm:pt>
    <dgm:pt modelId="{FD8F2739-3B36-CF44-9EC3-C0D68FDA98EC}">
      <dgm:prSet/>
      <dgm:spPr/>
      <dgm:t>
        <a:bodyPr/>
        <a:lstStyle/>
        <a:p>
          <a:r>
            <a:rPr lang="en-GB" noProof="0" dirty="0"/>
            <a:t>Correct Processes</a:t>
          </a:r>
        </a:p>
      </dgm:t>
    </dgm:pt>
    <dgm:pt modelId="{6C5EF87F-5614-3E4C-B33E-A2FFE8204255}" type="parTrans" cxnId="{13E81AD9-C950-F643-A67D-87777BD77E1E}">
      <dgm:prSet/>
      <dgm:spPr/>
      <dgm:t>
        <a:bodyPr/>
        <a:lstStyle/>
        <a:p>
          <a:endParaRPr lang="en-GB" noProof="0" dirty="0"/>
        </a:p>
      </dgm:t>
    </dgm:pt>
    <dgm:pt modelId="{EDD64E1E-555B-AE45-B33D-C7E0BE527E81}" type="sibTrans" cxnId="{13E81AD9-C950-F643-A67D-87777BD77E1E}">
      <dgm:prSet/>
      <dgm:spPr/>
      <dgm:t>
        <a:bodyPr/>
        <a:lstStyle/>
        <a:p>
          <a:endParaRPr lang="en-GB" noProof="0" dirty="0"/>
        </a:p>
      </dgm:t>
    </dgm:pt>
    <dgm:pt modelId="{4E061E7F-2A46-E440-8B36-9129A35F6BD3}" type="pres">
      <dgm:prSet presAssocID="{EFB23F77-3D8E-AF4B-A10F-F12F47900E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0FDEE13-B7BD-3441-8344-E795D0AD7605}" type="pres">
      <dgm:prSet presAssocID="{9D60F488-D3D1-CF4F-A150-834802BF33DE}" presName="hierRoot1" presStyleCnt="0"/>
      <dgm:spPr/>
    </dgm:pt>
    <dgm:pt modelId="{AFFE88A0-DD7D-5042-BBFC-1B26281C831E}" type="pres">
      <dgm:prSet presAssocID="{9D60F488-D3D1-CF4F-A150-834802BF33DE}" presName="composite" presStyleCnt="0"/>
      <dgm:spPr/>
    </dgm:pt>
    <dgm:pt modelId="{71086624-8C8A-F34A-95AC-FDF10EC8A4E7}" type="pres">
      <dgm:prSet presAssocID="{9D60F488-D3D1-CF4F-A150-834802BF33DE}" presName="background" presStyleLbl="node0" presStyleIdx="0" presStyleCnt="1"/>
      <dgm:spPr/>
    </dgm:pt>
    <dgm:pt modelId="{79BF10D6-AF82-414D-9DC3-B7F921B585F5}" type="pres">
      <dgm:prSet presAssocID="{9D60F488-D3D1-CF4F-A150-834802BF33DE}" presName="text" presStyleLbl="fgAcc0" presStyleIdx="0" presStyleCnt="1">
        <dgm:presLayoutVars>
          <dgm:chPref val="3"/>
        </dgm:presLayoutVars>
      </dgm:prSet>
      <dgm:spPr/>
    </dgm:pt>
    <dgm:pt modelId="{1E12E27C-0D05-FA4A-A000-3C5E980D7AA0}" type="pres">
      <dgm:prSet presAssocID="{9D60F488-D3D1-CF4F-A150-834802BF33DE}" presName="hierChild2" presStyleCnt="0"/>
      <dgm:spPr/>
    </dgm:pt>
    <dgm:pt modelId="{6509B959-B60E-C342-85AC-09CC86C9D8F8}" type="pres">
      <dgm:prSet presAssocID="{B6A2AC75-E1FE-514D-80CE-64BE265FB0E9}" presName="Name10" presStyleLbl="parChTrans1D2" presStyleIdx="0" presStyleCnt="4"/>
      <dgm:spPr/>
    </dgm:pt>
    <dgm:pt modelId="{35E19DB4-923C-D040-A38C-0988E25719F7}" type="pres">
      <dgm:prSet presAssocID="{F322CAAD-3398-674B-A3BC-F3E3E9E80A66}" presName="hierRoot2" presStyleCnt="0"/>
      <dgm:spPr/>
    </dgm:pt>
    <dgm:pt modelId="{6C1DBE30-EAFC-AA4E-9DCF-5ECCC5B4D137}" type="pres">
      <dgm:prSet presAssocID="{F322CAAD-3398-674B-A3BC-F3E3E9E80A66}" presName="composite2" presStyleCnt="0"/>
      <dgm:spPr/>
    </dgm:pt>
    <dgm:pt modelId="{BE91A3A4-839E-C74C-8E29-585725536FA5}" type="pres">
      <dgm:prSet presAssocID="{F322CAAD-3398-674B-A3BC-F3E3E9E80A66}" presName="background2" presStyleLbl="node2" presStyleIdx="0" presStyleCnt="4"/>
      <dgm:spPr/>
    </dgm:pt>
    <dgm:pt modelId="{31E95D54-0F03-624F-BF1E-5A0D9B99F91F}" type="pres">
      <dgm:prSet presAssocID="{F322CAAD-3398-674B-A3BC-F3E3E9E80A66}" presName="text2" presStyleLbl="fgAcc2" presStyleIdx="0" presStyleCnt="4">
        <dgm:presLayoutVars>
          <dgm:chPref val="3"/>
        </dgm:presLayoutVars>
      </dgm:prSet>
      <dgm:spPr/>
    </dgm:pt>
    <dgm:pt modelId="{56792FFF-A7FD-0E4D-8365-312836E2831E}" type="pres">
      <dgm:prSet presAssocID="{F322CAAD-3398-674B-A3BC-F3E3E9E80A66}" presName="hierChild3" presStyleCnt="0"/>
      <dgm:spPr/>
    </dgm:pt>
    <dgm:pt modelId="{C517E030-855D-254A-A28E-0BEB62BDADE6}" type="pres">
      <dgm:prSet presAssocID="{8A78E066-0E87-E540-9ED2-062D41A8C2B2}" presName="Name17" presStyleLbl="parChTrans1D3" presStyleIdx="0" presStyleCnt="8"/>
      <dgm:spPr/>
    </dgm:pt>
    <dgm:pt modelId="{3DB022C9-E197-484F-9522-CD918C434FCE}" type="pres">
      <dgm:prSet presAssocID="{E6E79C4B-8E86-9843-9C17-E69AD9538169}" presName="hierRoot3" presStyleCnt="0"/>
      <dgm:spPr/>
    </dgm:pt>
    <dgm:pt modelId="{AC9DF016-BAB6-2749-AE0A-D7C8F2A46AE4}" type="pres">
      <dgm:prSet presAssocID="{E6E79C4B-8E86-9843-9C17-E69AD9538169}" presName="composite3" presStyleCnt="0"/>
      <dgm:spPr/>
    </dgm:pt>
    <dgm:pt modelId="{093FA582-E737-DD46-9D8A-8151FBA4421C}" type="pres">
      <dgm:prSet presAssocID="{E6E79C4B-8E86-9843-9C17-E69AD9538169}" presName="background3" presStyleLbl="node3" presStyleIdx="0" presStyleCnt="8"/>
      <dgm:spPr/>
    </dgm:pt>
    <dgm:pt modelId="{0B2D06DC-241B-A845-857E-6887532C4E07}" type="pres">
      <dgm:prSet presAssocID="{E6E79C4B-8E86-9843-9C17-E69AD9538169}" presName="text3" presStyleLbl="fgAcc3" presStyleIdx="0" presStyleCnt="8">
        <dgm:presLayoutVars>
          <dgm:chPref val="3"/>
        </dgm:presLayoutVars>
      </dgm:prSet>
      <dgm:spPr/>
    </dgm:pt>
    <dgm:pt modelId="{732175C2-B740-674E-B697-71B93162FCED}" type="pres">
      <dgm:prSet presAssocID="{E6E79C4B-8E86-9843-9C17-E69AD9538169}" presName="hierChild4" presStyleCnt="0"/>
      <dgm:spPr/>
    </dgm:pt>
    <dgm:pt modelId="{239505E4-683A-8F42-8A94-033828519B92}" type="pres">
      <dgm:prSet presAssocID="{70FEDE80-5A5B-CC4F-915E-AD2F8E475180}" presName="Name23" presStyleLbl="parChTrans1D4" presStyleIdx="0" presStyleCnt="8"/>
      <dgm:spPr/>
    </dgm:pt>
    <dgm:pt modelId="{E812F070-45A2-5C4C-984C-BED4347BFF5D}" type="pres">
      <dgm:prSet presAssocID="{183D630F-BEDF-6242-9D43-A42D98E76F70}" presName="hierRoot4" presStyleCnt="0"/>
      <dgm:spPr/>
    </dgm:pt>
    <dgm:pt modelId="{72F2F965-CE9F-5247-B8DE-F928AA648107}" type="pres">
      <dgm:prSet presAssocID="{183D630F-BEDF-6242-9D43-A42D98E76F70}" presName="composite4" presStyleCnt="0"/>
      <dgm:spPr/>
    </dgm:pt>
    <dgm:pt modelId="{BE5ECCFC-04C3-574B-BB46-3E2D41303CAA}" type="pres">
      <dgm:prSet presAssocID="{183D630F-BEDF-6242-9D43-A42D98E76F70}" presName="background4" presStyleLbl="node4" presStyleIdx="0" presStyleCnt="8"/>
      <dgm:spPr/>
    </dgm:pt>
    <dgm:pt modelId="{3C7D909C-3834-BC47-B748-D0640DB6175B}" type="pres">
      <dgm:prSet presAssocID="{183D630F-BEDF-6242-9D43-A42D98E76F70}" presName="text4" presStyleLbl="fgAcc4" presStyleIdx="0" presStyleCnt="8">
        <dgm:presLayoutVars>
          <dgm:chPref val="3"/>
        </dgm:presLayoutVars>
      </dgm:prSet>
      <dgm:spPr/>
    </dgm:pt>
    <dgm:pt modelId="{2F861A23-2BFB-5648-BE2E-957FFC274BAC}" type="pres">
      <dgm:prSet presAssocID="{183D630F-BEDF-6242-9D43-A42D98E76F70}" presName="hierChild5" presStyleCnt="0"/>
      <dgm:spPr/>
    </dgm:pt>
    <dgm:pt modelId="{71D5A0B2-2C5C-7245-9CF2-D621C4E55C44}" type="pres">
      <dgm:prSet presAssocID="{677B5A3E-78E5-CF41-980F-D957EB1B65D8}" presName="Name17" presStyleLbl="parChTrans1D3" presStyleIdx="1" presStyleCnt="8"/>
      <dgm:spPr/>
    </dgm:pt>
    <dgm:pt modelId="{002DB5F9-2791-954F-9D0C-F4F02FEB80DF}" type="pres">
      <dgm:prSet presAssocID="{0D5B9572-7411-D244-AD73-5518F85ADD7B}" presName="hierRoot3" presStyleCnt="0"/>
      <dgm:spPr/>
    </dgm:pt>
    <dgm:pt modelId="{096546EF-D47B-2F48-9455-42F35C6280A5}" type="pres">
      <dgm:prSet presAssocID="{0D5B9572-7411-D244-AD73-5518F85ADD7B}" presName="composite3" presStyleCnt="0"/>
      <dgm:spPr/>
    </dgm:pt>
    <dgm:pt modelId="{87747807-73D1-EA43-B632-E368BFE40E3A}" type="pres">
      <dgm:prSet presAssocID="{0D5B9572-7411-D244-AD73-5518F85ADD7B}" presName="background3" presStyleLbl="node3" presStyleIdx="1" presStyleCnt="8"/>
      <dgm:spPr/>
    </dgm:pt>
    <dgm:pt modelId="{A11EB034-1BF1-C042-83B3-E0D466747141}" type="pres">
      <dgm:prSet presAssocID="{0D5B9572-7411-D244-AD73-5518F85ADD7B}" presName="text3" presStyleLbl="fgAcc3" presStyleIdx="1" presStyleCnt="8">
        <dgm:presLayoutVars>
          <dgm:chPref val="3"/>
        </dgm:presLayoutVars>
      </dgm:prSet>
      <dgm:spPr/>
    </dgm:pt>
    <dgm:pt modelId="{9F91BC85-4A46-9C41-A4D7-E0C1AE9CD80D}" type="pres">
      <dgm:prSet presAssocID="{0D5B9572-7411-D244-AD73-5518F85ADD7B}" presName="hierChild4" presStyleCnt="0"/>
      <dgm:spPr/>
    </dgm:pt>
    <dgm:pt modelId="{627BF45A-B989-9440-A6CD-32F849EA3D41}" type="pres">
      <dgm:prSet presAssocID="{1BBDF784-F4B4-324E-A9E1-9D71EF8C6DBF}" presName="Name23" presStyleLbl="parChTrans1D4" presStyleIdx="1" presStyleCnt="8"/>
      <dgm:spPr/>
    </dgm:pt>
    <dgm:pt modelId="{368E9B45-5EE5-B74E-B205-57E16590969C}" type="pres">
      <dgm:prSet presAssocID="{2E674606-80FB-154C-8667-B51E5C24B05A}" presName="hierRoot4" presStyleCnt="0"/>
      <dgm:spPr/>
    </dgm:pt>
    <dgm:pt modelId="{9CA1BAF9-8166-ED4D-A002-EEF37E725EF5}" type="pres">
      <dgm:prSet presAssocID="{2E674606-80FB-154C-8667-B51E5C24B05A}" presName="composite4" presStyleCnt="0"/>
      <dgm:spPr/>
    </dgm:pt>
    <dgm:pt modelId="{18B698D3-BAE4-B64A-B3DC-B115EBDB6045}" type="pres">
      <dgm:prSet presAssocID="{2E674606-80FB-154C-8667-B51E5C24B05A}" presName="background4" presStyleLbl="node4" presStyleIdx="1" presStyleCnt="8"/>
      <dgm:spPr/>
    </dgm:pt>
    <dgm:pt modelId="{EF529F13-2E08-5A40-B221-D0B05735E546}" type="pres">
      <dgm:prSet presAssocID="{2E674606-80FB-154C-8667-B51E5C24B05A}" presName="text4" presStyleLbl="fgAcc4" presStyleIdx="1" presStyleCnt="8">
        <dgm:presLayoutVars>
          <dgm:chPref val="3"/>
        </dgm:presLayoutVars>
      </dgm:prSet>
      <dgm:spPr/>
    </dgm:pt>
    <dgm:pt modelId="{647F7D71-84AD-504C-AE2C-81CDC6032F3D}" type="pres">
      <dgm:prSet presAssocID="{2E674606-80FB-154C-8667-B51E5C24B05A}" presName="hierChild5" presStyleCnt="0"/>
      <dgm:spPr/>
    </dgm:pt>
    <dgm:pt modelId="{EE6BEB17-9A44-1344-96AE-74E865F45A75}" type="pres">
      <dgm:prSet presAssocID="{E470860A-B597-E740-953E-5DC9167D9E71}" presName="Name10" presStyleLbl="parChTrans1D2" presStyleIdx="1" presStyleCnt="4"/>
      <dgm:spPr/>
    </dgm:pt>
    <dgm:pt modelId="{7A323C2C-6EBA-8348-BFDA-B6E421396753}" type="pres">
      <dgm:prSet presAssocID="{118148F5-2BF3-074F-84F8-508D74EDB9E1}" presName="hierRoot2" presStyleCnt="0"/>
      <dgm:spPr/>
    </dgm:pt>
    <dgm:pt modelId="{8ADC12AA-10C4-9C45-8512-F6A88029C997}" type="pres">
      <dgm:prSet presAssocID="{118148F5-2BF3-074F-84F8-508D74EDB9E1}" presName="composite2" presStyleCnt="0"/>
      <dgm:spPr/>
    </dgm:pt>
    <dgm:pt modelId="{C2B9919B-EAB3-3C40-95D4-E6A97D8A1D5D}" type="pres">
      <dgm:prSet presAssocID="{118148F5-2BF3-074F-84F8-508D74EDB9E1}" presName="background2" presStyleLbl="node2" presStyleIdx="1" presStyleCnt="4"/>
      <dgm:spPr/>
    </dgm:pt>
    <dgm:pt modelId="{C175C3B8-8F47-CE46-889D-8149CFA6F1C3}" type="pres">
      <dgm:prSet presAssocID="{118148F5-2BF3-074F-84F8-508D74EDB9E1}" presName="text2" presStyleLbl="fgAcc2" presStyleIdx="1" presStyleCnt="4">
        <dgm:presLayoutVars>
          <dgm:chPref val="3"/>
        </dgm:presLayoutVars>
      </dgm:prSet>
      <dgm:spPr/>
    </dgm:pt>
    <dgm:pt modelId="{ABF18ACB-63F6-A94C-ADC9-664B9BDF6A65}" type="pres">
      <dgm:prSet presAssocID="{118148F5-2BF3-074F-84F8-508D74EDB9E1}" presName="hierChild3" presStyleCnt="0"/>
      <dgm:spPr/>
    </dgm:pt>
    <dgm:pt modelId="{90887B45-F257-9C42-A38D-E78A3B6450CF}" type="pres">
      <dgm:prSet presAssocID="{44ECE5AB-CF12-8749-AB12-0C41AA5CCACE}" presName="Name17" presStyleLbl="parChTrans1D3" presStyleIdx="2" presStyleCnt="8"/>
      <dgm:spPr/>
    </dgm:pt>
    <dgm:pt modelId="{C4A433A3-6042-2344-8278-2EA9B41B6FAF}" type="pres">
      <dgm:prSet presAssocID="{348EEABA-A82E-984D-AF49-30BED4E88E63}" presName="hierRoot3" presStyleCnt="0"/>
      <dgm:spPr/>
    </dgm:pt>
    <dgm:pt modelId="{A540249A-CD70-184C-BB54-ABAF28307438}" type="pres">
      <dgm:prSet presAssocID="{348EEABA-A82E-984D-AF49-30BED4E88E63}" presName="composite3" presStyleCnt="0"/>
      <dgm:spPr/>
    </dgm:pt>
    <dgm:pt modelId="{EC7862BC-F3C2-F042-8000-19EA0054D0B3}" type="pres">
      <dgm:prSet presAssocID="{348EEABA-A82E-984D-AF49-30BED4E88E63}" presName="background3" presStyleLbl="node3" presStyleIdx="2" presStyleCnt="8"/>
      <dgm:spPr/>
    </dgm:pt>
    <dgm:pt modelId="{FFC77784-C1C7-9345-B59F-2D5C4B728439}" type="pres">
      <dgm:prSet presAssocID="{348EEABA-A82E-984D-AF49-30BED4E88E63}" presName="text3" presStyleLbl="fgAcc3" presStyleIdx="2" presStyleCnt="8">
        <dgm:presLayoutVars>
          <dgm:chPref val="3"/>
        </dgm:presLayoutVars>
      </dgm:prSet>
      <dgm:spPr/>
    </dgm:pt>
    <dgm:pt modelId="{CF807CE4-2F94-7A42-B87F-37B3A3D8483D}" type="pres">
      <dgm:prSet presAssocID="{348EEABA-A82E-984D-AF49-30BED4E88E63}" presName="hierChild4" presStyleCnt="0"/>
      <dgm:spPr/>
    </dgm:pt>
    <dgm:pt modelId="{D5AE759C-5B1A-4E4C-BED6-5128631AF012}" type="pres">
      <dgm:prSet presAssocID="{465811E0-C4D5-9346-8616-FB3757DFD50F}" presName="Name23" presStyleLbl="parChTrans1D4" presStyleIdx="2" presStyleCnt="8"/>
      <dgm:spPr/>
    </dgm:pt>
    <dgm:pt modelId="{8FA68623-68CB-EA48-9D7B-4DE4FD050143}" type="pres">
      <dgm:prSet presAssocID="{8A740B9D-825B-CA4B-BBFE-61331D7677DF}" presName="hierRoot4" presStyleCnt="0"/>
      <dgm:spPr/>
    </dgm:pt>
    <dgm:pt modelId="{A33B78A2-3746-B84C-8858-966EBB7A88C9}" type="pres">
      <dgm:prSet presAssocID="{8A740B9D-825B-CA4B-BBFE-61331D7677DF}" presName="composite4" presStyleCnt="0"/>
      <dgm:spPr/>
    </dgm:pt>
    <dgm:pt modelId="{4EACB9B6-6152-FC48-AAA6-21F84F89CCC3}" type="pres">
      <dgm:prSet presAssocID="{8A740B9D-825B-CA4B-BBFE-61331D7677DF}" presName="background4" presStyleLbl="node4" presStyleIdx="2" presStyleCnt="8"/>
      <dgm:spPr/>
    </dgm:pt>
    <dgm:pt modelId="{CEFEED99-6EFE-AC40-9254-D01E68F5FD93}" type="pres">
      <dgm:prSet presAssocID="{8A740B9D-825B-CA4B-BBFE-61331D7677DF}" presName="text4" presStyleLbl="fgAcc4" presStyleIdx="2" presStyleCnt="8">
        <dgm:presLayoutVars>
          <dgm:chPref val="3"/>
        </dgm:presLayoutVars>
      </dgm:prSet>
      <dgm:spPr/>
    </dgm:pt>
    <dgm:pt modelId="{7990BE1B-48CF-F044-894A-CA40DE4664A4}" type="pres">
      <dgm:prSet presAssocID="{8A740B9D-825B-CA4B-BBFE-61331D7677DF}" presName="hierChild5" presStyleCnt="0"/>
      <dgm:spPr/>
    </dgm:pt>
    <dgm:pt modelId="{1220A4BF-2322-D742-B870-FC53970A1397}" type="pres">
      <dgm:prSet presAssocID="{0D04EAEA-E67B-E645-8AC3-3F165EC0513F}" presName="Name17" presStyleLbl="parChTrans1D3" presStyleIdx="3" presStyleCnt="8"/>
      <dgm:spPr/>
    </dgm:pt>
    <dgm:pt modelId="{A0CF2908-D83A-7844-AE35-C8F0B5F54291}" type="pres">
      <dgm:prSet presAssocID="{6E237540-5EAA-3E43-9D8B-88BAAC862B47}" presName="hierRoot3" presStyleCnt="0"/>
      <dgm:spPr/>
    </dgm:pt>
    <dgm:pt modelId="{287D72EA-B2C6-A24F-8610-489ABB9436C5}" type="pres">
      <dgm:prSet presAssocID="{6E237540-5EAA-3E43-9D8B-88BAAC862B47}" presName="composite3" presStyleCnt="0"/>
      <dgm:spPr/>
    </dgm:pt>
    <dgm:pt modelId="{B22B4B7B-BF24-5D49-A59D-DD3ADE23FFD4}" type="pres">
      <dgm:prSet presAssocID="{6E237540-5EAA-3E43-9D8B-88BAAC862B47}" presName="background3" presStyleLbl="node3" presStyleIdx="3" presStyleCnt="8"/>
      <dgm:spPr/>
    </dgm:pt>
    <dgm:pt modelId="{7489EEC7-EA54-6140-87BF-824CE30A8FEE}" type="pres">
      <dgm:prSet presAssocID="{6E237540-5EAA-3E43-9D8B-88BAAC862B47}" presName="text3" presStyleLbl="fgAcc3" presStyleIdx="3" presStyleCnt="8">
        <dgm:presLayoutVars>
          <dgm:chPref val="3"/>
        </dgm:presLayoutVars>
      </dgm:prSet>
      <dgm:spPr/>
    </dgm:pt>
    <dgm:pt modelId="{83F94CAA-1D78-8646-A75F-D283FEF353C9}" type="pres">
      <dgm:prSet presAssocID="{6E237540-5EAA-3E43-9D8B-88BAAC862B47}" presName="hierChild4" presStyleCnt="0"/>
      <dgm:spPr/>
    </dgm:pt>
    <dgm:pt modelId="{562C536D-9B28-BD41-A5F1-4068AFCB305B}" type="pres">
      <dgm:prSet presAssocID="{81E57473-D75E-1D40-B71A-E900729F2544}" presName="Name23" presStyleLbl="parChTrans1D4" presStyleIdx="3" presStyleCnt="8"/>
      <dgm:spPr/>
    </dgm:pt>
    <dgm:pt modelId="{52F9272D-1E9A-2F4E-9572-08DB92376AA5}" type="pres">
      <dgm:prSet presAssocID="{E6BE3BA0-ACD0-984E-8D19-309D2F71AD42}" presName="hierRoot4" presStyleCnt="0"/>
      <dgm:spPr/>
    </dgm:pt>
    <dgm:pt modelId="{DA8AF9CF-DB16-D94D-BB26-119891868FB3}" type="pres">
      <dgm:prSet presAssocID="{E6BE3BA0-ACD0-984E-8D19-309D2F71AD42}" presName="composite4" presStyleCnt="0"/>
      <dgm:spPr/>
    </dgm:pt>
    <dgm:pt modelId="{4C49FB87-1BC6-D743-A2EA-241AFB6B8490}" type="pres">
      <dgm:prSet presAssocID="{E6BE3BA0-ACD0-984E-8D19-309D2F71AD42}" presName="background4" presStyleLbl="node4" presStyleIdx="3" presStyleCnt="8"/>
      <dgm:spPr/>
    </dgm:pt>
    <dgm:pt modelId="{DAC8D92C-6CFC-E34C-8226-047B58F57C5D}" type="pres">
      <dgm:prSet presAssocID="{E6BE3BA0-ACD0-984E-8D19-309D2F71AD42}" presName="text4" presStyleLbl="fgAcc4" presStyleIdx="3" presStyleCnt="8">
        <dgm:presLayoutVars>
          <dgm:chPref val="3"/>
        </dgm:presLayoutVars>
      </dgm:prSet>
      <dgm:spPr/>
    </dgm:pt>
    <dgm:pt modelId="{889C419C-5D1E-4A49-815C-DB27CD9C2B50}" type="pres">
      <dgm:prSet presAssocID="{E6BE3BA0-ACD0-984E-8D19-309D2F71AD42}" presName="hierChild5" presStyleCnt="0"/>
      <dgm:spPr/>
    </dgm:pt>
    <dgm:pt modelId="{C40AC85C-102A-9748-81B6-71B975224E2C}" type="pres">
      <dgm:prSet presAssocID="{BB5147AD-914D-2643-85FB-DB14ABCD6C10}" presName="Name10" presStyleLbl="parChTrans1D2" presStyleIdx="2" presStyleCnt="4"/>
      <dgm:spPr/>
    </dgm:pt>
    <dgm:pt modelId="{003191C1-6F51-E646-B906-BFD0BDBDCE15}" type="pres">
      <dgm:prSet presAssocID="{30F8E944-3A3B-FF4E-A3CF-B4250A4EA7D6}" presName="hierRoot2" presStyleCnt="0"/>
      <dgm:spPr/>
    </dgm:pt>
    <dgm:pt modelId="{FD849B4A-A020-5543-88D3-EDAB1818FEC1}" type="pres">
      <dgm:prSet presAssocID="{30F8E944-3A3B-FF4E-A3CF-B4250A4EA7D6}" presName="composite2" presStyleCnt="0"/>
      <dgm:spPr/>
    </dgm:pt>
    <dgm:pt modelId="{11F8059C-B7D0-2548-B098-029AB5998B50}" type="pres">
      <dgm:prSet presAssocID="{30F8E944-3A3B-FF4E-A3CF-B4250A4EA7D6}" presName="background2" presStyleLbl="node2" presStyleIdx="2" presStyleCnt="4"/>
      <dgm:spPr/>
    </dgm:pt>
    <dgm:pt modelId="{F3A70A85-0420-3145-8A57-B7FDD194E35D}" type="pres">
      <dgm:prSet presAssocID="{30F8E944-3A3B-FF4E-A3CF-B4250A4EA7D6}" presName="text2" presStyleLbl="fgAcc2" presStyleIdx="2" presStyleCnt="4">
        <dgm:presLayoutVars>
          <dgm:chPref val="3"/>
        </dgm:presLayoutVars>
      </dgm:prSet>
      <dgm:spPr/>
    </dgm:pt>
    <dgm:pt modelId="{B1EE252F-6C1A-794A-9FAE-94DD3AEEB492}" type="pres">
      <dgm:prSet presAssocID="{30F8E944-3A3B-FF4E-A3CF-B4250A4EA7D6}" presName="hierChild3" presStyleCnt="0"/>
      <dgm:spPr/>
    </dgm:pt>
    <dgm:pt modelId="{EBF71200-9FCD-6D47-80B6-1307E8D596F6}" type="pres">
      <dgm:prSet presAssocID="{AF48B5B8-747E-CD4A-8FE2-847AE5B7054D}" presName="Name17" presStyleLbl="parChTrans1D3" presStyleIdx="4" presStyleCnt="8"/>
      <dgm:spPr/>
    </dgm:pt>
    <dgm:pt modelId="{68BE0125-9130-2E49-B870-2D4D5D303522}" type="pres">
      <dgm:prSet presAssocID="{B1FC2FC8-5457-3741-922F-2D179ED4E038}" presName="hierRoot3" presStyleCnt="0"/>
      <dgm:spPr/>
    </dgm:pt>
    <dgm:pt modelId="{D0E12155-4FCE-1D46-BD7F-0AFF4948032E}" type="pres">
      <dgm:prSet presAssocID="{B1FC2FC8-5457-3741-922F-2D179ED4E038}" presName="composite3" presStyleCnt="0"/>
      <dgm:spPr/>
    </dgm:pt>
    <dgm:pt modelId="{3C534121-1288-874F-A957-98B2D103C34C}" type="pres">
      <dgm:prSet presAssocID="{B1FC2FC8-5457-3741-922F-2D179ED4E038}" presName="background3" presStyleLbl="node3" presStyleIdx="4" presStyleCnt="8"/>
      <dgm:spPr/>
    </dgm:pt>
    <dgm:pt modelId="{BFD5764B-5516-F44D-B984-CF01ECA1CCFF}" type="pres">
      <dgm:prSet presAssocID="{B1FC2FC8-5457-3741-922F-2D179ED4E038}" presName="text3" presStyleLbl="fgAcc3" presStyleIdx="4" presStyleCnt="8">
        <dgm:presLayoutVars>
          <dgm:chPref val="3"/>
        </dgm:presLayoutVars>
      </dgm:prSet>
      <dgm:spPr/>
    </dgm:pt>
    <dgm:pt modelId="{48163F22-F689-6546-8B9D-19304561454C}" type="pres">
      <dgm:prSet presAssocID="{B1FC2FC8-5457-3741-922F-2D179ED4E038}" presName="hierChild4" presStyleCnt="0"/>
      <dgm:spPr/>
    </dgm:pt>
    <dgm:pt modelId="{9C07355D-7D02-8E45-83D8-4C77BF34F060}" type="pres">
      <dgm:prSet presAssocID="{5E05AF3A-541E-1946-8658-F67EBB4D0FBD}" presName="Name23" presStyleLbl="parChTrans1D4" presStyleIdx="4" presStyleCnt="8"/>
      <dgm:spPr/>
    </dgm:pt>
    <dgm:pt modelId="{E7E4CB3D-92C5-B843-8445-8046B8E79813}" type="pres">
      <dgm:prSet presAssocID="{2F87D532-F8F1-A040-9793-BD74193C9870}" presName="hierRoot4" presStyleCnt="0"/>
      <dgm:spPr/>
    </dgm:pt>
    <dgm:pt modelId="{D51780D2-9BCD-6547-B8FC-A512B5403C27}" type="pres">
      <dgm:prSet presAssocID="{2F87D532-F8F1-A040-9793-BD74193C9870}" presName="composite4" presStyleCnt="0"/>
      <dgm:spPr/>
    </dgm:pt>
    <dgm:pt modelId="{9867728D-7693-FA47-B5FC-D81207269DFB}" type="pres">
      <dgm:prSet presAssocID="{2F87D532-F8F1-A040-9793-BD74193C9870}" presName="background4" presStyleLbl="node4" presStyleIdx="4" presStyleCnt="8"/>
      <dgm:spPr/>
    </dgm:pt>
    <dgm:pt modelId="{CE63CC9E-5F28-5045-92CE-4575DAED9E8A}" type="pres">
      <dgm:prSet presAssocID="{2F87D532-F8F1-A040-9793-BD74193C9870}" presName="text4" presStyleLbl="fgAcc4" presStyleIdx="4" presStyleCnt="8">
        <dgm:presLayoutVars>
          <dgm:chPref val="3"/>
        </dgm:presLayoutVars>
      </dgm:prSet>
      <dgm:spPr/>
    </dgm:pt>
    <dgm:pt modelId="{301DDC66-EA47-C743-8575-EC67E8608F95}" type="pres">
      <dgm:prSet presAssocID="{2F87D532-F8F1-A040-9793-BD74193C9870}" presName="hierChild5" presStyleCnt="0"/>
      <dgm:spPr/>
    </dgm:pt>
    <dgm:pt modelId="{350FE97F-359F-8C4C-BAFA-D353D2936B7B}" type="pres">
      <dgm:prSet presAssocID="{6AE23E0C-FB99-FB48-AF45-67DE4CFD1A69}" presName="Name17" presStyleLbl="parChTrans1D3" presStyleIdx="5" presStyleCnt="8"/>
      <dgm:spPr/>
    </dgm:pt>
    <dgm:pt modelId="{B4CA6421-32C7-3A41-BC12-75307031A8E9}" type="pres">
      <dgm:prSet presAssocID="{BBEC0C68-960B-D442-A708-52EBCED33A75}" presName="hierRoot3" presStyleCnt="0"/>
      <dgm:spPr/>
    </dgm:pt>
    <dgm:pt modelId="{9D63746E-ED05-FA4C-A288-D0A9BE9DB9EA}" type="pres">
      <dgm:prSet presAssocID="{BBEC0C68-960B-D442-A708-52EBCED33A75}" presName="composite3" presStyleCnt="0"/>
      <dgm:spPr/>
    </dgm:pt>
    <dgm:pt modelId="{B794E4B2-4425-9543-8F2A-738892CE57C1}" type="pres">
      <dgm:prSet presAssocID="{BBEC0C68-960B-D442-A708-52EBCED33A75}" presName="background3" presStyleLbl="node3" presStyleIdx="5" presStyleCnt="8"/>
      <dgm:spPr/>
    </dgm:pt>
    <dgm:pt modelId="{46C06982-6420-3643-811A-C53ADFF2E7AC}" type="pres">
      <dgm:prSet presAssocID="{BBEC0C68-960B-D442-A708-52EBCED33A75}" presName="text3" presStyleLbl="fgAcc3" presStyleIdx="5" presStyleCnt="8">
        <dgm:presLayoutVars>
          <dgm:chPref val="3"/>
        </dgm:presLayoutVars>
      </dgm:prSet>
      <dgm:spPr/>
    </dgm:pt>
    <dgm:pt modelId="{801D8B4C-3666-CD4C-A0BA-EF6E5355D73B}" type="pres">
      <dgm:prSet presAssocID="{BBEC0C68-960B-D442-A708-52EBCED33A75}" presName="hierChild4" presStyleCnt="0"/>
      <dgm:spPr/>
    </dgm:pt>
    <dgm:pt modelId="{60F079EB-034D-2B49-BBBC-4E83F6D01BB8}" type="pres">
      <dgm:prSet presAssocID="{1D4D4D5F-59C5-5D4A-BC0C-675413D6F1DE}" presName="Name23" presStyleLbl="parChTrans1D4" presStyleIdx="5" presStyleCnt="8"/>
      <dgm:spPr/>
    </dgm:pt>
    <dgm:pt modelId="{A86147C3-5D07-014E-AD33-E072E014BDB1}" type="pres">
      <dgm:prSet presAssocID="{19D9DE57-89EB-0C42-872F-EB883E444077}" presName="hierRoot4" presStyleCnt="0"/>
      <dgm:spPr/>
    </dgm:pt>
    <dgm:pt modelId="{A79F7046-386D-344D-9D63-06EA6BE9AD3E}" type="pres">
      <dgm:prSet presAssocID="{19D9DE57-89EB-0C42-872F-EB883E444077}" presName="composite4" presStyleCnt="0"/>
      <dgm:spPr/>
    </dgm:pt>
    <dgm:pt modelId="{BAA04350-863F-2249-852C-B67040CCA7C6}" type="pres">
      <dgm:prSet presAssocID="{19D9DE57-89EB-0C42-872F-EB883E444077}" presName="background4" presStyleLbl="node4" presStyleIdx="5" presStyleCnt="8"/>
      <dgm:spPr/>
    </dgm:pt>
    <dgm:pt modelId="{A995C29F-4B1A-FA4C-84C6-F2479128EA8C}" type="pres">
      <dgm:prSet presAssocID="{19D9DE57-89EB-0C42-872F-EB883E444077}" presName="text4" presStyleLbl="fgAcc4" presStyleIdx="5" presStyleCnt="8">
        <dgm:presLayoutVars>
          <dgm:chPref val="3"/>
        </dgm:presLayoutVars>
      </dgm:prSet>
      <dgm:spPr/>
    </dgm:pt>
    <dgm:pt modelId="{0F9C9631-BC25-C84B-818C-D235DA9915DD}" type="pres">
      <dgm:prSet presAssocID="{19D9DE57-89EB-0C42-872F-EB883E444077}" presName="hierChild5" presStyleCnt="0"/>
      <dgm:spPr/>
    </dgm:pt>
    <dgm:pt modelId="{016D4AB2-B7C6-E648-BCB9-7BB26CE4BFF1}" type="pres">
      <dgm:prSet presAssocID="{482DFE75-B1A1-4349-B544-B6706471576C}" presName="Name10" presStyleLbl="parChTrans1D2" presStyleIdx="3" presStyleCnt="4"/>
      <dgm:spPr/>
    </dgm:pt>
    <dgm:pt modelId="{698334CF-4D7F-B74E-9574-8B651D2894A7}" type="pres">
      <dgm:prSet presAssocID="{8C079FD3-8B74-9047-917B-4EAC38DCD57D}" presName="hierRoot2" presStyleCnt="0"/>
      <dgm:spPr/>
    </dgm:pt>
    <dgm:pt modelId="{FEDDDDC1-6738-E942-B997-24CCE659C249}" type="pres">
      <dgm:prSet presAssocID="{8C079FD3-8B74-9047-917B-4EAC38DCD57D}" presName="composite2" presStyleCnt="0"/>
      <dgm:spPr/>
    </dgm:pt>
    <dgm:pt modelId="{7D26AF94-4BC9-1244-A359-6E071D7F2742}" type="pres">
      <dgm:prSet presAssocID="{8C079FD3-8B74-9047-917B-4EAC38DCD57D}" presName="background2" presStyleLbl="node2" presStyleIdx="3" presStyleCnt="4"/>
      <dgm:spPr/>
    </dgm:pt>
    <dgm:pt modelId="{0915E80D-E03E-294B-9BFA-4C8761A55548}" type="pres">
      <dgm:prSet presAssocID="{8C079FD3-8B74-9047-917B-4EAC38DCD57D}" presName="text2" presStyleLbl="fgAcc2" presStyleIdx="3" presStyleCnt="4">
        <dgm:presLayoutVars>
          <dgm:chPref val="3"/>
        </dgm:presLayoutVars>
      </dgm:prSet>
      <dgm:spPr/>
    </dgm:pt>
    <dgm:pt modelId="{E2DF7C34-2214-8D48-99AF-1EDC3663B236}" type="pres">
      <dgm:prSet presAssocID="{8C079FD3-8B74-9047-917B-4EAC38DCD57D}" presName="hierChild3" presStyleCnt="0"/>
      <dgm:spPr/>
    </dgm:pt>
    <dgm:pt modelId="{054282EE-B959-6F47-A0E9-C0738B144F72}" type="pres">
      <dgm:prSet presAssocID="{8DD2699D-76F9-0C46-AE1F-25C56C79F005}" presName="Name17" presStyleLbl="parChTrans1D3" presStyleIdx="6" presStyleCnt="8"/>
      <dgm:spPr/>
    </dgm:pt>
    <dgm:pt modelId="{E93BF754-DA29-9B47-9668-4C3A3A9B4285}" type="pres">
      <dgm:prSet presAssocID="{1C44FB6C-076B-DD45-8868-E45333138207}" presName="hierRoot3" presStyleCnt="0"/>
      <dgm:spPr/>
    </dgm:pt>
    <dgm:pt modelId="{48DF4E20-81C7-D04F-AE4D-9347B639204F}" type="pres">
      <dgm:prSet presAssocID="{1C44FB6C-076B-DD45-8868-E45333138207}" presName="composite3" presStyleCnt="0"/>
      <dgm:spPr/>
    </dgm:pt>
    <dgm:pt modelId="{D148D0B5-75FB-464E-B38E-1DF576497F52}" type="pres">
      <dgm:prSet presAssocID="{1C44FB6C-076B-DD45-8868-E45333138207}" presName="background3" presStyleLbl="node3" presStyleIdx="6" presStyleCnt="8"/>
      <dgm:spPr/>
    </dgm:pt>
    <dgm:pt modelId="{E734A5CE-9058-FA48-B4B9-DF3C6FC9396A}" type="pres">
      <dgm:prSet presAssocID="{1C44FB6C-076B-DD45-8868-E45333138207}" presName="text3" presStyleLbl="fgAcc3" presStyleIdx="6" presStyleCnt="8">
        <dgm:presLayoutVars>
          <dgm:chPref val="3"/>
        </dgm:presLayoutVars>
      </dgm:prSet>
      <dgm:spPr/>
    </dgm:pt>
    <dgm:pt modelId="{E4B31624-1510-DD40-A906-56B49D2BF461}" type="pres">
      <dgm:prSet presAssocID="{1C44FB6C-076B-DD45-8868-E45333138207}" presName="hierChild4" presStyleCnt="0"/>
      <dgm:spPr/>
    </dgm:pt>
    <dgm:pt modelId="{C341FC65-91A0-984E-97E7-4F9DDE960207}" type="pres">
      <dgm:prSet presAssocID="{CE52AB91-B7D4-584C-9F6F-0BC5AA73A0D9}" presName="Name23" presStyleLbl="parChTrans1D4" presStyleIdx="6" presStyleCnt="8"/>
      <dgm:spPr/>
    </dgm:pt>
    <dgm:pt modelId="{8C0F28D3-7216-C448-944F-8409E42F64A4}" type="pres">
      <dgm:prSet presAssocID="{584FA665-7CC8-5947-8B75-A0FA0055B955}" presName="hierRoot4" presStyleCnt="0"/>
      <dgm:spPr/>
    </dgm:pt>
    <dgm:pt modelId="{75B7DE87-F0F7-5644-9E72-240CF7D8668F}" type="pres">
      <dgm:prSet presAssocID="{584FA665-7CC8-5947-8B75-A0FA0055B955}" presName="composite4" presStyleCnt="0"/>
      <dgm:spPr/>
    </dgm:pt>
    <dgm:pt modelId="{391D6BF8-7576-274F-A274-A2E5A7595BDE}" type="pres">
      <dgm:prSet presAssocID="{584FA665-7CC8-5947-8B75-A0FA0055B955}" presName="background4" presStyleLbl="node4" presStyleIdx="6" presStyleCnt="8"/>
      <dgm:spPr/>
    </dgm:pt>
    <dgm:pt modelId="{AB4009C4-7307-A74A-B936-E7C4CBA86F30}" type="pres">
      <dgm:prSet presAssocID="{584FA665-7CC8-5947-8B75-A0FA0055B955}" presName="text4" presStyleLbl="fgAcc4" presStyleIdx="6" presStyleCnt="8">
        <dgm:presLayoutVars>
          <dgm:chPref val="3"/>
        </dgm:presLayoutVars>
      </dgm:prSet>
      <dgm:spPr/>
    </dgm:pt>
    <dgm:pt modelId="{E5A8B5AA-B8DF-2045-A05A-88A2FA164A2B}" type="pres">
      <dgm:prSet presAssocID="{584FA665-7CC8-5947-8B75-A0FA0055B955}" presName="hierChild5" presStyleCnt="0"/>
      <dgm:spPr/>
    </dgm:pt>
    <dgm:pt modelId="{476BCE24-0E9E-EC4E-844A-35EDF51EAB49}" type="pres">
      <dgm:prSet presAssocID="{92A6F1DE-7E3D-B343-9CE1-DCA5F0B14E5A}" presName="Name17" presStyleLbl="parChTrans1D3" presStyleIdx="7" presStyleCnt="8"/>
      <dgm:spPr/>
    </dgm:pt>
    <dgm:pt modelId="{0F9D5739-EEDD-F643-94AE-8BC678890FFD}" type="pres">
      <dgm:prSet presAssocID="{8B6EE767-8E22-9140-9C11-D96B04CBDCBA}" presName="hierRoot3" presStyleCnt="0"/>
      <dgm:spPr/>
    </dgm:pt>
    <dgm:pt modelId="{2A2DC995-3016-7A45-9C15-8B573C95D913}" type="pres">
      <dgm:prSet presAssocID="{8B6EE767-8E22-9140-9C11-D96B04CBDCBA}" presName="composite3" presStyleCnt="0"/>
      <dgm:spPr/>
    </dgm:pt>
    <dgm:pt modelId="{BD1EF36F-067F-C545-ABC7-95FAA9FD5360}" type="pres">
      <dgm:prSet presAssocID="{8B6EE767-8E22-9140-9C11-D96B04CBDCBA}" presName="background3" presStyleLbl="node3" presStyleIdx="7" presStyleCnt="8"/>
      <dgm:spPr/>
    </dgm:pt>
    <dgm:pt modelId="{E72E7C9C-B46B-D042-AD6E-B0B249BE3186}" type="pres">
      <dgm:prSet presAssocID="{8B6EE767-8E22-9140-9C11-D96B04CBDCBA}" presName="text3" presStyleLbl="fgAcc3" presStyleIdx="7" presStyleCnt="8">
        <dgm:presLayoutVars>
          <dgm:chPref val="3"/>
        </dgm:presLayoutVars>
      </dgm:prSet>
      <dgm:spPr/>
    </dgm:pt>
    <dgm:pt modelId="{186BBDDD-4328-9143-9FD2-F6C84CFE6425}" type="pres">
      <dgm:prSet presAssocID="{8B6EE767-8E22-9140-9C11-D96B04CBDCBA}" presName="hierChild4" presStyleCnt="0"/>
      <dgm:spPr/>
    </dgm:pt>
    <dgm:pt modelId="{59ED62B8-EE33-7346-ABFE-2CD94826E4E9}" type="pres">
      <dgm:prSet presAssocID="{6C5EF87F-5614-3E4C-B33E-A2FFE8204255}" presName="Name23" presStyleLbl="parChTrans1D4" presStyleIdx="7" presStyleCnt="8"/>
      <dgm:spPr/>
    </dgm:pt>
    <dgm:pt modelId="{4BC3BE3F-E790-CD45-90CD-AE9911AB660D}" type="pres">
      <dgm:prSet presAssocID="{FD8F2739-3B36-CF44-9EC3-C0D68FDA98EC}" presName="hierRoot4" presStyleCnt="0"/>
      <dgm:spPr/>
    </dgm:pt>
    <dgm:pt modelId="{EAB351D7-554D-0841-9AB2-08D3829B0EBA}" type="pres">
      <dgm:prSet presAssocID="{FD8F2739-3B36-CF44-9EC3-C0D68FDA98EC}" presName="composite4" presStyleCnt="0"/>
      <dgm:spPr/>
    </dgm:pt>
    <dgm:pt modelId="{289149E9-AB44-8247-BC67-49C07912B5E7}" type="pres">
      <dgm:prSet presAssocID="{FD8F2739-3B36-CF44-9EC3-C0D68FDA98EC}" presName="background4" presStyleLbl="node4" presStyleIdx="7" presStyleCnt="8"/>
      <dgm:spPr/>
    </dgm:pt>
    <dgm:pt modelId="{64C7A5F7-154A-284A-BD09-9FE5AE4C74AE}" type="pres">
      <dgm:prSet presAssocID="{FD8F2739-3B36-CF44-9EC3-C0D68FDA98EC}" presName="text4" presStyleLbl="fgAcc4" presStyleIdx="7" presStyleCnt="8">
        <dgm:presLayoutVars>
          <dgm:chPref val="3"/>
        </dgm:presLayoutVars>
      </dgm:prSet>
      <dgm:spPr/>
    </dgm:pt>
    <dgm:pt modelId="{2610E7BC-75B2-1B47-807B-26C1FC4CC605}" type="pres">
      <dgm:prSet presAssocID="{FD8F2739-3B36-CF44-9EC3-C0D68FDA98EC}" presName="hierChild5" presStyleCnt="0"/>
      <dgm:spPr/>
    </dgm:pt>
  </dgm:ptLst>
  <dgm:cxnLst>
    <dgm:cxn modelId="{9F444912-FE6D-6647-B29F-7F1B51DA4CE3}" type="presOf" srcId="{AF48B5B8-747E-CD4A-8FE2-847AE5B7054D}" destId="{EBF71200-9FCD-6D47-80B6-1307E8D596F6}" srcOrd="0" destOrd="0" presId="urn:microsoft.com/office/officeart/2005/8/layout/hierarchy1"/>
    <dgm:cxn modelId="{F58AAC12-351C-C945-B1BB-9470184984FE}" type="presOf" srcId="{6C5EF87F-5614-3E4C-B33E-A2FFE8204255}" destId="{59ED62B8-EE33-7346-ABFE-2CD94826E4E9}" srcOrd="0" destOrd="0" presId="urn:microsoft.com/office/officeart/2005/8/layout/hierarchy1"/>
    <dgm:cxn modelId="{229C0D1E-3017-EB4B-9DD2-9D2B9FB25F49}" type="presOf" srcId="{81E57473-D75E-1D40-B71A-E900729F2544}" destId="{562C536D-9B28-BD41-A5F1-4068AFCB305B}" srcOrd="0" destOrd="0" presId="urn:microsoft.com/office/officeart/2005/8/layout/hierarchy1"/>
    <dgm:cxn modelId="{96F23525-1BEC-9649-8434-78398E73437E}" srcId="{9D60F488-D3D1-CF4F-A150-834802BF33DE}" destId="{F322CAAD-3398-674B-A3BC-F3E3E9E80A66}" srcOrd="0" destOrd="0" parTransId="{B6A2AC75-E1FE-514D-80CE-64BE265FB0E9}" sibTransId="{3917D06E-1EBB-174E-B393-CD2FE0237AEE}"/>
    <dgm:cxn modelId="{C8338C30-B39A-D74E-880D-84DDBBACE1C1}" type="presOf" srcId="{584FA665-7CC8-5947-8B75-A0FA0055B955}" destId="{AB4009C4-7307-A74A-B936-E7C4CBA86F30}" srcOrd="0" destOrd="0" presId="urn:microsoft.com/office/officeart/2005/8/layout/hierarchy1"/>
    <dgm:cxn modelId="{64719A33-CEC4-1B4B-A125-7C42CFDA7A0F}" type="presOf" srcId="{6AE23E0C-FB99-FB48-AF45-67DE4CFD1A69}" destId="{350FE97F-359F-8C4C-BAFA-D353D2936B7B}" srcOrd="0" destOrd="0" presId="urn:microsoft.com/office/officeart/2005/8/layout/hierarchy1"/>
    <dgm:cxn modelId="{0B3B123B-2951-F74A-AA8E-7CA507432CA8}" srcId="{118148F5-2BF3-074F-84F8-508D74EDB9E1}" destId="{348EEABA-A82E-984D-AF49-30BED4E88E63}" srcOrd="0" destOrd="0" parTransId="{44ECE5AB-CF12-8749-AB12-0C41AA5CCACE}" sibTransId="{60D5ED45-AFB0-F248-A776-100F1962DF15}"/>
    <dgm:cxn modelId="{A1E3193E-5318-5740-AB95-CA8D068E2EB6}" srcId="{118148F5-2BF3-074F-84F8-508D74EDB9E1}" destId="{6E237540-5EAA-3E43-9D8B-88BAAC862B47}" srcOrd="1" destOrd="0" parTransId="{0D04EAEA-E67B-E645-8AC3-3F165EC0513F}" sibTransId="{07B7D731-0341-424D-9B4F-B72F345FFA1D}"/>
    <dgm:cxn modelId="{88681240-EC7E-EF43-8BFA-7EC4BB8932A1}" type="presOf" srcId="{8A78E066-0E87-E540-9ED2-062D41A8C2B2}" destId="{C517E030-855D-254A-A28E-0BEB62BDADE6}" srcOrd="0" destOrd="0" presId="urn:microsoft.com/office/officeart/2005/8/layout/hierarchy1"/>
    <dgm:cxn modelId="{0D40E842-4324-4E47-8D9B-FC930F6474DD}" type="presOf" srcId="{677B5A3E-78E5-CF41-980F-D957EB1B65D8}" destId="{71D5A0B2-2C5C-7245-9CF2-D621C4E55C44}" srcOrd="0" destOrd="0" presId="urn:microsoft.com/office/officeart/2005/8/layout/hierarchy1"/>
    <dgm:cxn modelId="{2792674A-A2E5-E44A-9DAD-842E57405CBE}" srcId="{8C079FD3-8B74-9047-917B-4EAC38DCD57D}" destId="{1C44FB6C-076B-DD45-8868-E45333138207}" srcOrd="0" destOrd="0" parTransId="{8DD2699D-76F9-0C46-AE1F-25C56C79F005}" sibTransId="{E36C0DC6-F209-F444-9181-6D374F98E2B4}"/>
    <dgm:cxn modelId="{B321284D-BBD7-9D40-9FD4-FDC779650607}" type="presOf" srcId="{EFB23F77-3D8E-AF4B-A10F-F12F47900EE5}" destId="{4E061E7F-2A46-E440-8B36-9129A35F6BD3}" srcOrd="0" destOrd="0" presId="urn:microsoft.com/office/officeart/2005/8/layout/hierarchy1"/>
    <dgm:cxn modelId="{564DFD5D-AA16-C849-927C-B8F8FC365AA1}" srcId="{9D60F488-D3D1-CF4F-A150-834802BF33DE}" destId="{30F8E944-3A3B-FF4E-A3CF-B4250A4EA7D6}" srcOrd="2" destOrd="0" parTransId="{BB5147AD-914D-2643-85FB-DB14ABCD6C10}" sibTransId="{399C755B-99D2-F249-B200-E118770221EA}"/>
    <dgm:cxn modelId="{B0990265-951D-9B46-95E9-7BF815A7BFB1}" srcId="{B1FC2FC8-5457-3741-922F-2D179ED4E038}" destId="{2F87D532-F8F1-A040-9793-BD74193C9870}" srcOrd="0" destOrd="0" parTransId="{5E05AF3A-541E-1946-8658-F67EBB4D0FBD}" sibTransId="{4431CCFD-F746-C046-A06A-10969D9604D5}"/>
    <dgm:cxn modelId="{5483D765-6583-5547-B458-BB6E8D6B567C}" type="presOf" srcId="{465811E0-C4D5-9346-8616-FB3757DFD50F}" destId="{D5AE759C-5B1A-4E4C-BED6-5128631AF012}" srcOrd="0" destOrd="0" presId="urn:microsoft.com/office/officeart/2005/8/layout/hierarchy1"/>
    <dgm:cxn modelId="{D3B9F966-9B80-C241-8A7F-3F7B933DDCC7}" type="presOf" srcId="{E6BE3BA0-ACD0-984E-8D19-309D2F71AD42}" destId="{DAC8D92C-6CFC-E34C-8226-047B58F57C5D}" srcOrd="0" destOrd="0" presId="urn:microsoft.com/office/officeart/2005/8/layout/hierarchy1"/>
    <dgm:cxn modelId="{9755EE68-C40D-314B-9D1F-72C5155C6B16}" srcId="{8C079FD3-8B74-9047-917B-4EAC38DCD57D}" destId="{8B6EE767-8E22-9140-9C11-D96B04CBDCBA}" srcOrd="1" destOrd="0" parTransId="{92A6F1DE-7E3D-B343-9CE1-DCA5F0B14E5A}" sibTransId="{91D44AC4-4FCE-F24C-89FB-81993F021FBC}"/>
    <dgm:cxn modelId="{44B61872-8D5B-7C4F-BCB3-61DD830D567E}" srcId="{F322CAAD-3398-674B-A3BC-F3E3E9E80A66}" destId="{E6E79C4B-8E86-9843-9C17-E69AD9538169}" srcOrd="0" destOrd="0" parTransId="{8A78E066-0E87-E540-9ED2-062D41A8C2B2}" sibTransId="{DFB10E9C-0159-8048-8217-E34E16825FB7}"/>
    <dgm:cxn modelId="{DCFAB272-DF14-0346-82A7-087924C6BA82}" type="presOf" srcId="{6E237540-5EAA-3E43-9D8B-88BAAC862B47}" destId="{7489EEC7-EA54-6140-87BF-824CE30A8FEE}" srcOrd="0" destOrd="0" presId="urn:microsoft.com/office/officeart/2005/8/layout/hierarchy1"/>
    <dgm:cxn modelId="{4B17BA73-554E-B240-A63B-3A5D6D01E8CA}" type="presOf" srcId="{1BBDF784-F4B4-324E-A9E1-9D71EF8C6DBF}" destId="{627BF45A-B989-9440-A6CD-32F849EA3D41}" srcOrd="0" destOrd="0" presId="urn:microsoft.com/office/officeart/2005/8/layout/hierarchy1"/>
    <dgm:cxn modelId="{BD384674-810B-B34C-8497-AE16690F9DC0}" type="presOf" srcId="{BB5147AD-914D-2643-85FB-DB14ABCD6C10}" destId="{C40AC85C-102A-9748-81B6-71B975224E2C}" srcOrd="0" destOrd="0" presId="urn:microsoft.com/office/officeart/2005/8/layout/hierarchy1"/>
    <dgm:cxn modelId="{5FD5E574-99BB-734A-AF29-DBFE3429579B}" type="presOf" srcId="{CE52AB91-B7D4-584C-9F6F-0BC5AA73A0D9}" destId="{C341FC65-91A0-984E-97E7-4F9DDE960207}" srcOrd="0" destOrd="0" presId="urn:microsoft.com/office/officeart/2005/8/layout/hierarchy1"/>
    <dgm:cxn modelId="{7EB2DA75-EA24-664B-8DB1-E51DC278674D}" srcId="{6E237540-5EAA-3E43-9D8B-88BAAC862B47}" destId="{E6BE3BA0-ACD0-984E-8D19-309D2F71AD42}" srcOrd="0" destOrd="0" parTransId="{81E57473-D75E-1D40-B71A-E900729F2544}" sibTransId="{E53618ED-14B7-0D4E-84D1-272498988B5D}"/>
    <dgm:cxn modelId="{08492678-56B1-064F-9018-3521709FE69E}" type="presOf" srcId="{9D60F488-D3D1-CF4F-A150-834802BF33DE}" destId="{79BF10D6-AF82-414D-9DC3-B7F921B585F5}" srcOrd="0" destOrd="0" presId="urn:microsoft.com/office/officeart/2005/8/layout/hierarchy1"/>
    <dgm:cxn modelId="{E185487B-1082-C447-9D06-E1886448FDF2}" srcId="{30F8E944-3A3B-FF4E-A3CF-B4250A4EA7D6}" destId="{B1FC2FC8-5457-3741-922F-2D179ED4E038}" srcOrd="0" destOrd="0" parTransId="{AF48B5B8-747E-CD4A-8FE2-847AE5B7054D}" sibTransId="{4A188FBC-92F1-A547-8E74-9E1DED4A4157}"/>
    <dgm:cxn modelId="{1EB0487C-91C9-394A-BAD1-CBCA0D3C8728}" type="presOf" srcId="{118148F5-2BF3-074F-84F8-508D74EDB9E1}" destId="{C175C3B8-8F47-CE46-889D-8149CFA6F1C3}" srcOrd="0" destOrd="0" presId="urn:microsoft.com/office/officeart/2005/8/layout/hierarchy1"/>
    <dgm:cxn modelId="{7019F97D-4D40-8849-B78F-D58A514D7534}" type="presOf" srcId="{19D9DE57-89EB-0C42-872F-EB883E444077}" destId="{A995C29F-4B1A-FA4C-84C6-F2479128EA8C}" srcOrd="0" destOrd="0" presId="urn:microsoft.com/office/officeart/2005/8/layout/hierarchy1"/>
    <dgm:cxn modelId="{B05A8280-E31F-CC4F-9B10-3EE7E60472A0}" type="presOf" srcId="{8C079FD3-8B74-9047-917B-4EAC38DCD57D}" destId="{0915E80D-E03E-294B-9BFA-4C8761A55548}" srcOrd="0" destOrd="0" presId="urn:microsoft.com/office/officeart/2005/8/layout/hierarchy1"/>
    <dgm:cxn modelId="{B4C4CA85-44A0-6244-8035-776FF5E49D8B}" type="presOf" srcId="{B6A2AC75-E1FE-514D-80CE-64BE265FB0E9}" destId="{6509B959-B60E-C342-85AC-09CC86C9D8F8}" srcOrd="0" destOrd="0" presId="urn:microsoft.com/office/officeart/2005/8/layout/hierarchy1"/>
    <dgm:cxn modelId="{E86A9388-FEBB-6542-AACE-7A017994CCD8}" srcId="{9D60F488-D3D1-CF4F-A150-834802BF33DE}" destId="{8C079FD3-8B74-9047-917B-4EAC38DCD57D}" srcOrd="3" destOrd="0" parTransId="{482DFE75-B1A1-4349-B544-B6706471576C}" sibTransId="{F0463D35-BFB2-8448-ADB1-9705D0E08518}"/>
    <dgm:cxn modelId="{DE36358D-EAF9-444E-8306-5E8EFD2B373C}" type="presOf" srcId="{0D04EAEA-E67B-E645-8AC3-3F165EC0513F}" destId="{1220A4BF-2322-D742-B870-FC53970A1397}" srcOrd="0" destOrd="0" presId="urn:microsoft.com/office/officeart/2005/8/layout/hierarchy1"/>
    <dgm:cxn modelId="{97585E91-2E87-4446-942A-4C3E0157B98E}" type="presOf" srcId="{8DD2699D-76F9-0C46-AE1F-25C56C79F005}" destId="{054282EE-B959-6F47-A0E9-C0738B144F72}" srcOrd="0" destOrd="0" presId="urn:microsoft.com/office/officeart/2005/8/layout/hierarchy1"/>
    <dgm:cxn modelId="{A9418594-6696-5B44-B886-AB3C05DE9894}" srcId="{1C44FB6C-076B-DD45-8868-E45333138207}" destId="{584FA665-7CC8-5947-8B75-A0FA0055B955}" srcOrd="0" destOrd="0" parTransId="{CE52AB91-B7D4-584C-9F6F-0BC5AA73A0D9}" sibTransId="{A5FAB6F0-9F38-F54B-9D16-FDB6DDFEB80E}"/>
    <dgm:cxn modelId="{3C39FD94-DF21-8547-ABD0-3B9E5172ACCD}" type="presOf" srcId="{2E674606-80FB-154C-8667-B51E5C24B05A}" destId="{EF529F13-2E08-5A40-B221-D0B05735E546}" srcOrd="0" destOrd="0" presId="urn:microsoft.com/office/officeart/2005/8/layout/hierarchy1"/>
    <dgm:cxn modelId="{A03D8095-2251-5249-B0B5-8E2A06D08410}" type="presOf" srcId="{B1FC2FC8-5457-3741-922F-2D179ED4E038}" destId="{BFD5764B-5516-F44D-B984-CF01ECA1CCFF}" srcOrd="0" destOrd="0" presId="urn:microsoft.com/office/officeart/2005/8/layout/hierarchy1"/>
    <dgm:cxn modelId="{899E3BA6-775E-964E-987B-CD0754159D92}" srcId="{BBEC0C68-960B-D442-A708-52EBCED33A75}" destId="{19D9DE57-89EB-0C42-872F-EB883E444077}" srcOrd="0" destOrd="0" parTransId="{1D4D4D5F-59C5-5D4A-BC0C-675413D6F1DE}" sibTransId="{BCFF17D5-D713-9049-9479-A97038E5A47D}"/>
    <dgm:cxn modelId="{A9BC14A9-A51D-6D41-AA92-3F547F459A91}" type="presOf" srcId="{1D4D4D5F-59C5-5D4A-BC0C-675413D6F1DE}" destId="{60F079EB-034D-2B49-BBBC-4E83F6D01BB8}" srcOrd="0" destOrd="0" presId="urn:microsoft.com/office/officeart/2005/8/layout/hierarchy1"/>
    <dgm:cxn modelId="{EB75AFAB-1618-BF45-9011-42CFB00972F4}" type="presOf" srcId="{5E05AF3A-541E-1946-8658-F67EBB4D0FBD}" destId="{9C07355D-7D02-8E45-83D8-4C77BF34F060}" srcOrd="0" destOrd="0" presId="urn:microsoft.com/office/officeart/2005/8/layout/hierarchy1"/>
    <dgm:cxn modelId="{885B92AC-F58F-8542-B103-E743A11542D9}" srcId="{0D5B9572-7411-D244-AD73-5518F85ADD7B}" destId="{2E674606-80FB-154C-8667-B51E5C24B05A}" srcOrd="0" destOrd="0" parTransId="{1BBDF784-F4B4-324E-A9E1-9D71EF8C6DBF}" sibTransId="{CFBFB054-25FA-774A-9141-0D1099344A91}"/>
    <dgm:cxn modelId="{5CF7ABAE-EC64-6246-83F3-FE83E6443848}" type="presOf" srcId="{0D5B9572-7411-D244-AD73-5518F85ADD7B}" destId="{A11EB034-1BF1-C042-83B3-E0D466747141}" srcOrd="0" destOrd="0" presId="urn:microsoft.com/office/officeart/2005/8/layout/hierarchy1"/>
    <dgm:cxn modelId="{5EF7CBAE-E998-E940-8028-22A1D422A481}" type="presOf" srcId="{E470860A-B597-E740-953E-5DC9167D9E71}" destId="{EE6BEB17-9A44-1344-96AE-74E865F45A75}" srcOrd="0" destOrd="0" presId="urn:microsoft.com/office/officeart/2005/8/layout/hierarchy1"/>
    <dgm:cxn modelId="{CC40AFB7-754A-454B-B442-B965115A49AA}" type="presOf" srcId="{44ECE5AB-CF12-8749-AB12-0C41AA5CCACE}" destId="{90887B45-F257-9C42-A38D-E78A3B6450CF}" srcOrd="0" destOrd="0" presId="urn:microsoft.com/office/officeart/2005/8/layout/hierarchy1"/>
    <dgm:cxn modelId="{B71404B8-A883-264A-A746-BD6EC5FE0BB9}" type="presOf" srcId="{8B6EE767-8E22-9140-9C11-D96B04CBDCBA}" destId="{E72E7C9C-B46B-D042-AD6E-B0B249BE3186}" srcOrd="0" destOrd="0" presId="urn:microsoft.com/office/officeart/2005/8/layout/hierarchy1"/>
    <dgm:cxn modelId="{77C79ABC-E2BF-E445-AF05-E7525C9B77CA}" type="presOf" srcId="{1C44FB6C-076B-DD45-8868-E45333138207}" destId="{E734A5CE-9058-FA48-B4B9-DF3C6FC9396A}" srcOrd="0" destOrd="0" presId="urn:microsoft.com/office/officeart/2005/8/layout/hierarchy1"/>
    <dgm:cxn modelId="{5113D2BC-A757-084B-9C28-CD69002482BA}" type="presOf" srcId="{92A6F1DE-7E3D-B343-9CE1-DCA5F0B14E5A}" destId="{476BCE24-0E9E-EC4E-844A-35EDF51EAB49}" srcOrd="0" destOrd="0" presId="urn:microsoft.com/office/officeart/2005/8/layout/hierarchy1"/>
    <dgm:cxn modelId="{7E459DBD-840E-BF4F-BB03-152E1B692BCC}" srcId="{30F8E944-3A3B-FF4E-A3CF-B4250A4EA7D6}" destId="{BBEC0C68-960B-D442-A708-52EBCED33A75}" srcOrd="1" destOrd="0" parTransId="{6AE23E0C-FB99-FB48-AF45-67DE4CFD1A69}" sibTransId="{CF4DFD75-EF6D-4D4C-916A-F282B0655B4D}"/>
    <dgm:cxn modelId="{5C1D51C1-5B83-9F45-AE53-947D4D1F9671}" type="presOf" srcId="{E6E79C4B-8E86-9843-9C17-E69AD9538169}" destId="{0B2D06DC-241B-A845-857E-6887532C4E07}" srcOrd="0" destOrd="0" presId="urn:microsoft.com/office/officeart/2005/8/layout/hierarchy1"/>
    <dgm:cxn modelId="{2B4AD4C5-088C-3B44-BD04-35B85A9AACE1}" type="presOf" srcId="{FD8F2739-3B36-CF44-9EC3-C0D68FDA98EC}" destId="{64C7A5F7-154A-284A-BD09-9FE5AE4C74AE}" srcOrd="0" destOrd="0" presId="urn:microsoft.com/office/officeart/2005/8/layout/hierarchy1"/>
    <dgm:cxn modelId="{A5E9B2CA-4EA5-4143-A273-1C42E07CB35A}" srcId="{E6E79C4B-8E86-9843-9C17-E69AD9538169}" destId="{183D630F-BEDF-6242-9D43-A42D98E76F70}" srcOrd="0" destOrd="0" parTransId="{70FEDE80-5A5B-CC4F-915E-AD2F8E475180}" sibTransId="{D322B75B-C9D6-BB4B-BBE8-8851DE63459A}"/>
    <dgm:cxn modelId="{2E66ADCC-5DA1-8D4D-A2FB-3AB730ADBF83}" type="presOf" srcId="{2F87D532-F8F1-A040-9793-BD74193C9870}" destId="{CE63CC9E-5F28-5045-92CE-4575DAED9E8A}" srcOrd="0" destOrd="0" presId="urn:microsoft.com/office/officeart/2005/8/layout/hierarchy1"/>
    <dgm:cxn modelId="{A95053CE-75EE-8C42-8253-49E0AF9DAE1C}" srcId="{EFB23F77-3D8E-AF4B-A10F-F12F47900EE5}" destId="{9D60F488-D3D1-CF4F-A150-834802BF33DE}" srcOrd="0" destOrd="0" parTransId="{E57B1AE7-7CE6-F240-96D8-07CE03E9C2D8}" sibTransId="{6C40F8A4-9942-AC49-B86D-85D2A7EE1EE8}"/>
    <dgm:cxn modelId="{039390D7-6E38-814B-B899-975C5861C9A7}" type="presOf" srcId="{F322CAAD-3398-674B-A3BC-F3E3E9E80A66}" destId="{31E95D54-0F03-624F-BF1E-5A0D9B99F91F}" srcOrd="0" destOrd="0" presId="urn:microsoft.com/office/officeart/2005/8/layout/hierarchy1"/>
    <dgm:cxn modelId="{13E81AD9-C950-F643-A67D-87777BD77E1E}" srcId="{8B6EE767-8E22-9140-9C11-D96B04CBDCBA}" destId="{FD8F2739-3B36-CF44-9EC3-C0D68FDA98EC}" srcOrd="0" destOrd="0" parTransId="{6C5EF87F-5614-3E4C-B33E-A2FFE8204255}" sibTransId="{EDD64E1E-555B-AE45-B33D-C7E0BE527E81}"/>
    <dgm:cxn modelId="{83AAC9DE-BBAB-7344-8C00-0DA3F9489438}" type="presOf" srcId="{348EEABA-A82E-984D-AF49-30BED4E88E63}" destId="{FFC77784-C1C7-9345-B59F-2D5C4B728439}" srcOrd="0" destOrd="0" presId="urn:microsoft.com/office/officeart/2005/8/layout/hierarchy1"/>
    <dgm:cxn modelId="{B557A2E2-69CD-7A40-80DF-BAF400A1E30D}" type="presOf" srcId="{30F8E944-3A3B-FF4E-A3CF-B4250A4EA7D6}" destId="{F3A70A85-0420-3145-8A57-B7FDD194E35D}" srcOrd="0" destOrd="0" presId="urn:microsoft.com/office/officeart/2005/8/layout/hierarchy1"/>
    <dgm:cxn modelId="{F6AB4EE6-3907-8D4E-92FC-BB49E76404D5}" type="presOf" srcId="{482DFE75-B1A1-4349-B544-B6706471576C}" destId="{016D4AB2-B7C6-E648-BCB9-7BB26CE4BFF1}" srcOrd="0" destOrd="0" presId="urn:microsoft.com/office/officeart/2005/8/layout/hierarchy1"/>
    <dgm:cxn modelId="{0551BAE7-26EA-2049-B9D9-BEF53001B105}" type="presOf" srcId="{70FEDE80-5A5B-CC4F-915E-AD2F8E475180}" destId="{239505E4-683A-8F42-8A94-033828519B92}" srcOrd="0" destOrd="0" presId="urn:microsoft.com/office/officeart/2005/8/layout/hierarchy1"/>
    <dgm:cxn modelId="{988F2DEC-F59B-CF49-B628-3BD4C3CE3C63}" type="presOf" srcId="{8A740B9D-825B-CA4B-BBFE-61331D7677DF}" destId="{CEFEED99-6EFE-AC40-9254-D01E68F5FD93}" srcOrd="0" destOrd="0" presId="urn:microsoft.com/office/officeart/2005/8/layout/hierarchy1"/>
    <dgm:cxn modelId="{B425F6EE-BBB8-CF45-B50E-10AACA657401}" srcId="{F322CAAD-3398-674B-A3BC-F3E3E9E80A66}" destId="{0D5B9572-7411-D244-AD73-5518F85ADD7B}" srcOrd="1" destOrd="0" parTransId="{677B5A3E-78E5-CF41-980F-D957EB1B65D8}" sibTransId="{BC5FC1AD-8E63-964C-8802-8363160D0118}"/>
    <dgm:cxn modelId="{6B97A3F3-21CC-D744-A381-1DE0D6634378}" type="presOf" srcId="{BBEC0C68-960B-D442-A708-52EBCED33A75}" destId="{46C06982-6420-3643-811A-C53ADFF2E7AC}" srcOrd="0" destOrd="0" presId="urn:microsoft.com/office/officeart/2005/8/layout/hierarchy1"/>
    <dgm:cxn modelId="{252E97F6-082D-A54B-9B7A-DC824AEC94A8}" srcId="{9D60F488-D3D1-CF4F-A150-834802BF33DE}" destId="{118148F5-2BF3-074F-84F8-508D74EDB9E1}" srcOrd="1" destOrd="0" parTransId="{E470860A-B597-E740-953E-5DC9167D9E71}" sibTransId="{92C02429-77BB-EC46-A155-52A43651579A}"/>
    <dgm:cxn modelId="{C15F52F7-5DE2-A74E-8D8A-D1636F75CEBC}" type="presOf" srcId="{183D630F-BEDF-6242-9D43-A42D98E76F70}" destId="{3C7D909C-3834-BC47-B748-D0640DB6175B}" srcOrd="0" destOrd="0" presId="urn:microsoft.com/office/officeart/2005/8/layout/hierarchy1"/>
    <dgm:cxn modelId="{9D749CFC-959B-194B-B781-766C36B3A588}" srcId="{348EEABA-A82E-984D-AF49-30BED4E88E63}" destId="{8A740B9D-825B-CA4B-BBFE-61331D7677DF}" srcOrd="0" destOrd="0" parTransId="{465811E0-C4D5-9346-8616-FB3757DFD50F}" sibTransId="{F7683980-27DE-C649-BE47-B1CD4F576C20}"/>
    <dgm:cxn modelId="{4840F72A-0183-534F-AC81-A050DE1D9B32}" type="presParOf" srcId="{4E061E7F-2A46-E440-8B36-9129A35F6BD3}" destId="{20FDEE13-B7BD-3441-8344-E795D0AD7605}" srcOrd="0" destOrd="0" presId="urn:microsoft.com/office/officeart/2005/8/layout/hierarchy1"/>
    <dgm:cxn modelId="{85DCDD36-C049-E242-A744-E13DCF4689DD}" type="presParOf" srcId="{20FDEE13-B7BD-3441-8344-E795D0AD7605}" destId="{AFFE88A0-DD7D-5042-BBFC-1B26281C831E}" srcOrd="0" destOrd="0" presId="urn:microsoft.com/office/officeart/2005/8/layout/hierarchy1"/>
    <dgm:cxn modelId="{3D96884D-164B-774F-A19E-BCCB0D5173E0}" type="presParOf" srcId="{AFFE88A0-DD7D-5042-BBFC-1B26281C831E}" destId="{71086624-8C8A-F34A-95AC-FDF10EC8A4E7}" srcOrd="0" destOrd="0" presId="urn:microsoft.com/office/officeart/2005/8/layout/hierarchy1"/>
    <dgm:cxn modelId="{CEBA1339-1768-6249-92B5-A52D2B50445D}" type="presParOf" srcId="{AFFE88A0-DD7D-5042-BBFC-1B26281C831E}" destId="{79BF10D6-AF82-414D-9DC3-B7F921B585F5}" srcOrd="1" destOrd="0" presId="urn:microsoft.com/office/officeart/2005/8/layout/hierarchy1"/>
    <dgm:cxn modelId="{E958E34D-EB27-C742-A5F5-C27A84ABD46C}" type="presParOf" srcId="{20FDEE13-B7BD-3441-8344-E795D0AD7605}" destId="{1E12E27C-0D05-FA4A-A000-3C5E980D7AA0}" srcOrd="1" destOrd="0" presId="urn:microsoft.com/office/officeart/2005/8/layout/hierarchy1"/>
    <dgm:cxn modelId="{AC30EBE4-82FD-034C-AADB-601793301F4B}" type="presParOf" srcId="{1E12E27C-0D05-FA4A-A000-3C5E980D7AA0}" destId="{6509B959-B60E-C342-85AC-09CC86C9D8F8}" srcOrd="0" destOrd="0" presId="urn:microsoft.com/office/officeart/2005/8/layout/hierarchy1"/>
    <dgm:cxn modelId="{93D4095E-64CF-5540-BA5A-76178A543C88}" type="presParOf" srcId="{1E12E27C-0D05-FA4A-A000-3C5E980D7AA0}" destId="{35E19DB4-923C-D040-A38C-0988E25719F7}" srcOrd="1" destOrd="0" presId="urn:microsoft.com/office/officeart/2005/8/layout/hierarchy1"/>
    <dgm:cxn modelId="{B26DA9CF-2AED-B840-AFB6-91A990D6FB5B}" type="presParOf" srcId="{35E19DB4-923C-D040-A38C-0988E25719F7}" destId="{6C1DBE30-EAFC-AA4E-9DCF-5ECCC5B4D137}" srcOrd="0" destOrd="0" presId="urn:microsoft.com/office/officeart/2005/8/layout/hierarchy1"/>
    <dgm:cxn modelId="{49400DD1-122E-134B-9A62-A8AC49CBD37E}" type="presParOf" srcId="{6C1DBE30-EAFC-AA4E-9DCF-5ECCC5B4D137}" destId="{BE91A3A4-839E-C74C-8E29-585725536FA5}" srcOrd="0" destOrd="0" presId="urn:microsoft.com/office/officeart/2005/8/layout/hierarchy1"/>
    <dgm:cxn modelId="{EF15DCC3-113E-6344-B610-BBA96A96A358}" type="presParOf" srcId="{6C1DBE30-EAFC-AA4E-9DCF-5ECCC5B4D137}" destId="{31E95D54-0F03-624F-BF1E-5A0D9B99F91F}" srcOrd="1" destOrd="0" presId="urn:microsoft.com/office/officeart/2005/8/layout/hierarchy1"/>
    <dgm:cxn modelId="{686CCB69-FF45-E043-898E-CAC861525ED8}" type="presParOf" srcId="{35E19DB4-923C-D040-A38C-0988E25719F7}" destId="{56792FFF-A7FD-0E4D-8365-312836E2831E}" srcOrd="1" destOrd="0" presId="urn:microsoft.com/office/officeart/2005/8/layout/hierarchy1"/>
    <dgm:cxn modelId="{4738EA7E-1CB5-8149-93AB-26C5ACD63387}" type="presParOf" srcId="{56792FFF-A7FD-0E4D-8365-312836E2831E}" destId="{C517E030-855D-254A-A28E-0BEB62BDADE6}" srcOrd="0" destOrd="0" presId="urn:microsoft.com/office/officeart/2005/8/layout/hierarchy1"/>
    <dgm:cxn modelId="{744D2955-CEA4-7B44-B17C-441758669716}" type="presParOf" srcId="{56792FFF-A7FD-0E4D-8365-312836E2831E}" destId="{3DB022C9-E197-484F-9522-CD918C434FCE}" srcOrd="1" destOrd="0" presId="urn:microsoft.com/office/officeart/2005/8/layout/hierarchy1"/>
    <dgm:cxn modelId="{3E098256-4C26-C044-9A07-2AC577DA2288}" type="presParOf" srcId="{3DB022C9-E197-484F-9522-CD918C434FCE}" destId="{AC9DF016-BAB6-2749-AE0A-D7C8F2A46AE4}" srcOrd="0" destOrd="0" presId="urn:microsoft.com/office/officeart/2005/8/layout/hierarchy1"/>
    <dgm:cxn modelId="{61350B15-763F-1C4A-A260-FBB7F5D1E00F}" type="presParOf" srcId="{AC9DF016-BAB6-2749-AE0A-D7C8F2A46AE4}" destId="{093FA582-E737-DD46-9D8A-8151FBA4421C}" srcOrd="0" destOrd="0" presId="urn:microsoft.com/office/officeart/2005/8/layout/hierarchy1"/>
    <dgm:cxn modelId="{9F7EA5AA-F7A8-8047-BC4D-E49BC556A05F}" type="presParOf" srcId="{AC9DF016-BAB6-2749-AE0A-D7C8F2A46AE4}" destId="{0B2D06DC-241B-A845-857E-6887532C4E07}" srcOrd="1" destOrd="0" presId="urn:microsoft.com/office/officeart/2005/8/layout/hierarchy1"/>
    <dgm:cxn modelId="{D762DC6E-60CD-D744-9C05-1E6DAE8A9FFC}" type="presParOf" srcId="{3DB022C9-E197-484F-9522-CD918C434FCE}" destId="{732175C2-B740-674E-B697-71B93162FCED}" srcOrd="1" destOrd="0" presId="urn:microsoft.com/office/officeart/2005/8/layout/hierarchy1"/>
    <dgm:cxn modelId="{4A96A009-2810-D240-9539-E7F442F7817B}" type="presParOf" srcId="{732175C2-B740-674E-B697-71B93162FCED}" destId="{239505E4-683A-8F42-8A94-033828519B92}" srcOrd="0" destOrd="0" presId="urn:microsoft.com/office/officeart/2005/8/layout/hierarchy1"/>
    <dgm:cxn modelId="{040FA37D-BA2F-7044-B388-241450825EC3}" type="presParOf" srcId="{732175C2-B740-674E-B697-71B93162FCED}" destId="{E812F070-45A2-5C4C-984C-BED4347BFF5D}" srcOrd="1" destOrd="0" presId="urn:microsoft.com/office/officeart/2005/8/layout/hierarchy1"/>
    <dgm:cxn modelId="{C4B6177F-6BBF-E94E-9928-CFD692AC77A3}" type="presParOf" srcId="{E812F070-45A2-5C4C-984C-BED4347BFF5D}" destId="{72F2F965-CE9F-5247-B8DE-F928AA648107}" srcOrd="0" destOrd="0" presId="urn:microsoft.com/office/officeart/2005/8/layout/hierarchy1"/>
    <dgm:cxn modelId="{D6E5D876-2544-7145-857C-764938F6069B}" type="presParOf" srcId="{72F2F965-CE9F-5247-B8DE-F928AA648107}" destId="{BE5ECCFC-04C3-574B-BB46-3E2D41303CAA}" srcOrd="0" destOrd="0" presId="urn:microsoft.com/office/officeart/2005/8/layout/hierarchy1"/>
    <dgm:cxn modelId="{5C4FD87C-FB4A-E645-B53C-42BFD41F5DB4}" type="presParOf" srcId="{72F2F965-CE9F-5247-B8DE-F928AA648107}" destId="{3C7D909C-3834-BC47-B748-D0640DB6175B}" srcOrd="1" destOrd="0" presId="urn:microsoft.com/office/officeart/2005/8/layout/hierarchy1"/>
    <dgm:cxn modelId="{CBA171DF-E2AB-B54D-A61E-B9AF02DB345F}" type="presParOf" srcId="{E812F070-45A2-5C4C-984C-BED4347BFF5D}" destId="{2F861A23-2BFB-5648-BE2E-957FFC274BAC}" srcOrd="1" destOrd="0" presId="urn:microsoft.com/office/officeart/2005/8/layout/hierarchy1"/>
    <dgm:cxn modelId="{6DF0DDF0-2F82-104F-9C28-01CCFD5433BC}" type="presParOf" srcId="{56792FFF-A7FD-0E4D-8365-312836E2831E}" destId="{71D5A0B2-2C5C-7245-9CF2-D621C4E55C44}" srcOrd="2" destOrd="0" presId="urn:microsoft.com/office/officeart/2005/8/layout/hierarchy1"/>
    <dgm:cxn modelId="{79957A95-9103-7F41-B488-20EA0D5AD2D9}" type="presParOf" srcId="{56792FFF-A7FD-0E4D-8365-312836E2831E}" destId="{002DB5F9-2791-954F-9D0C-F4F02FEB80DF}" srcOrd="3" destOrd="0" presId="urn:microsoft.com/office/officeart/2005/8/layout/hierarchy1"/>
    <dgm:cxn modelId="{FF205242-9313-AA44-8579-DB65D4DA7409}" type="presParOf" srcId="{002DB5F9-2791-954F-9D0C-F4F02FEB80DF}" destId="{096546EF-D47B-2F48-9455-42F35C6280A5}" srcOrd="0" destOrd="0" presId="urn:microsoft.com/office/officeart/2005/8/layout/hierarchy1"/>
    <dgm:cxn modelId="{3A5255DB-3E43-EF4F-A6DB-6EBF2175BA3B}" type="presParOf" srcId="{096546EF-D47B-2F48-9455-42F35C6280A5}" destId="{87747807-73D1-EA43-B632-E368BFE40E3A}" srcOrd="0" destOrd="0" presId="urn:microsoft.com/office/officeart/2005/8/layout/hierarchy1"/>
    <dgm:cxn modelId="{845B8248-9F58-2D4D-8F1A-6098CF17B676}" type="presParOf" srcId="{096546EF-D47B-2F48-9455-42F35C6280A5}" destId="{A11EB034-1BF1-C042-83B3-E0D466747141}" srcOrd="1" destOrd="0" presId="urn:microsoft.com/office/officeart/2005/8/layout/hierarchy1"/>
    <dgm:cxn modelId="{9F573CA4-3FAB-CC49-B614-E472A7C8BD16}" type="presParOf" srcId="{002DB5F9-2791-954F-9D0C-F4F02FEB80DF}" destId="{9F91BC85-4A46-9C41-A4D7-E0C1AE9CD80D}" srcOrd="1" destOrd="0" presId="urn:microsoft.com/office/officeart/2005/8/layout/hierarchy1"/>
    <dgm:cxn modelId="{191D6525-B446-CB4F-BC65-96791E24FCAE}" type="presParOf" srcId="{9F91BC85-4A46-9C41-A4D7-E0C1AE9CD80D}" destId="{627BF45A-B989-9440-A6CD-32F849EA3D41}" srcOrd="0" destOrd="0" presId="urn:microsoft.com/office/officeart/2005/8/layout/hierarchy1"/>
    <dgm:cxn modelId="{E651CF63-DB07-5A4A-B1D6-69941168C7E9}" type="presParOf" srcId="{9F91BC85-4A46-9C41-A4D7-E0C1AE9CD80D}" destId="{368E9B45-5EE5-B74E-B205-57E16590969C}" srcOrd="1" destOrd="0" presId="urn:microsoft.com/office/officeart/2005/8/layout/hierarchy1"/>
    <dgm:cxn modelId="{D7E310A7-679B-574A-BD15-3D682DC53D38}" type="presParOf" srcId="{368E9B45-5EE5-B74E-B205-57E16590969C}" destId="{9CA1BAF9-8166-ED4D-A002-EEF37E725EF5}" srcOrd="0" destOrd="0" presId="urn:microsoft.com/office/officeart/2005/8/layout/hierarchy1"/>
    <dgm:cxn modelId="{74DC113D-14EE-4B42-B5F7-C92772EF6AB2}" type="presParOf" srcId="{9CA1BAF9-8166-ED4D-A002-EEF37E725EF5}" destId="{18B698D3-BAE4-B64A-B3DC-B115EBDB6045}" srcOrd="0" destOrd="0" presId="urn:microsoft.com/office/officeart/2005/8/layout/hierarchy1"/>
    <dgm:cxn modelId="{892550A3-5493-3E45-A517-021B13F908E1}" type="presParOf" srcId="{9CA1BAF9-8166-ED4D-A002-EEF37E725EF5}" destId="{EF529F13-2E08-5A40-B221-D0B05735E546}" srcOrd="1" destOrd="0" presId="urn:microsoft.com/office/officeart/2005/8/layout/hierarchy1"/>
    <dgm:cxn modelId="{2B50EE1F-B34B-D942-9F85-4B7B2531E125}" type="presParOf" srcId="{368E9B45-5EE5-B74E-B205-57E16590969C}" destId="{647F7D71-84AD-504C-AE2C-81CDC6032F3D}" srcOrd="1" destOrd="0" presId="urn:microsoft.com/office/officeart/2005/8/layout/hierarchy1"/>
    <dgm:cxn modelId="{AB2DB362-1075-7446-8ED5-F53EA062A585}" type="presParOf" srcId="{1E12E27C-0D05-FA4A-A000-3C5E980D7AA0}" destId="{EE6BEB17-9A44-1344-96AE-74E865F45A75}" srcOrd="2" destOrd="0" presId="urn:microsoft.com/office/officeart/2005/8/layout/hierarchy1"/>
    <dgm:cxn modelId="{00BEDEEA-5461-CC40-96DC-08A8E83C6A26}" type="presParOf" srcId="{1E12E27C-0D05-FA4A-A000-3C5E980D7AA0}" destId="{7A323C2C-6EBA-8348-BFDA-B6E421396753}" srcOrd="3" destOrd="0" presId="urn:microsoft.com/office/officeart/2005/8/layout/hierarchy1"/>
    <dgm:cxn modelId="{FD415D76-059E-C341-9214-8524C27F03DA}" type="presParOf" srcId="{7A323C2C-6EBA-8348-BFDA-B6E421396753}" destId="{8ADC12AA-10C4-9C45-8512-F6A88029C997}" srcOrd="0" destOrd="0" presId="urn:microsoft.com/office/officeart/2005/8/layout/hierarchy1"/>
    <dgm:cxn modelId="{8FEC09A1-823E-F54F-A08A-3FA9B2051577}" type="presParOf" srcId="{8ADC12AA-10C4-9C45-8512-F6A88029C997}" destId="{C2B9919B-EAB3-3C40-95D4-E6A97D8A1D5D}" srcOrd="0" destOrd="0" presId="urn:microsoft.com/office/officeart/2005/8/layout/hierarchy1"/>
    <dgm:cxn modelId="{50A06FDB-D197-E242-BD9F-8B602B48A957}" type="presParOf" srcId="{8ADC12AA-10C4-9C45-8512-F6A88029C997}" destId="{C175C3B8-8F47-CE46-889D-8149CFA6F1C3}" srcOrd="1" destOrd="0" presId="urn:microsoft.com/office/officeart/2005/8/layout/hierarchy1"/>
    <dgm:cxn modelId="{B346917D-311A-8C4E-AD55-682EC2FEFCC5}" type="presParOf" srcId="{7A323C2C-6EBA-8348-BFDA-B6E421396753}" destId="{ABF18ACB-63F6-A94C-ADC9-664B9BDF6A65}" srcOrd="1" destOrd="0" presId="urn:microsoft.com/office/officeart/2005/8/layout/hierarchy1"/>
    <dgm:cxn modelId="{79CD8312-D7A4-D944-A0FF-7C0258343799}" type="presParOf" srcId="{ABF18ACB-63F6-A94C-ADC9-664B9BDF6A65}" destId="{90887B45-F257-9C42-A38D-E78A3B6450CF}" srcOrd="0" destOrd="0" presId="urn:microsoft.com/office/officeart/2005/8/layout/hierarchy1"/>
    <dgm:cxn modelId="{90040384-D5F8-9146-8CB0-204F4025504E}" type="presParOf" srcId="{ABF18ACB-63F6-A94C-ADC9-664B9BDF6A65}" destId="{C4A433A3-6042-2344-8278-2EA9B41B6FAF}" srcOrd="1" destOrd="0" presId="urn:microsoft.com/office/officeart/2005/8/layout/hierarchy1"/>
    <dgm:cxn modelId="{43ACC240-EC52-9A40-96AE-8BA982093A11}" type="presParOf" srcId="{C4A433A3-6042-2344-8278-2EA9B41B6FAF}" destId="{A540249A-CD70-184C-BB54-ABAF28307438}" srcOrd="0" destOrd="0" presId="urn:microsoft.com/office/officeart/2005/8/layout/hierarchy1"/>
    <dgm:cxn modelId="{9BD49EC9-FA40-D645-A189-8C14453E2D21}" type="presParOf" srcId="{A540249A-CD70-184C-BB54-ABAF28307438}" destId="{EC7862BC-F3C2-F042-8000-19EA0054D0B3}" srcOrd="0" destOrd="0" presId="urn:microsoft.com/office/officeart/2005/8/layout/hierarchy1"/>
    <dgm:cxn modelId="{35CFD10E-16F4-E041-A810-973B67072CAA}" type="presParOf" srcId="{A540249A-CD70-184C-BB54-ABAF28307438}" destId="{FFC77784-C1C7-9345-B59F-2D5C4B728439}" srcOrd="1" destOrd="0" presId="urn:microsoft.com/office/officeart/2005/8/layout/hierarchy1"/>
    <dgm:cxn modelId="{C948E0B8-936C-6047-92EB-F1EB2C6CFC6D}" type="presParOf" srcId="{C4A433A3-6042-2344-8278-2EA9B41B6FAF}" destId="{CF807CE4-2F94-7A42-B87F-37B3A3D8483D}" srcOrd="1" destOrd="0" presId="urn:microsoft.com/office/officeart/2005/8/layout/hierarchy1"/>
    <dgm:cxn modelId="{EEC65F38-5EAA-5548-BD7F-DB77520C5582}" type="presParOf" srcId="{CF807CE4-2F94-7A42-B87F-37B3A3D8483D}" destId="{D5AE759C-5B1A-4E4C-BED6-5128631AF012}" srcOrd="0" destOrd="0" presId="urn:microsoft.com/office/officeart/2005/8/layout/hierarchy1"/>
    <dgm:cxn modelId="{89FA5B1E-1328-5C41-BAFA-2459C91B1E8A}" type="presParOf" srcId="{CF807CE4-2F94-7A42-B87F-37B3A3D8483D}" destId="{8FA68623-68CB-EA48-9D7B-4DE4FD050143}" srcOrd="1" destOrd="0" presId="urn:microsoft.com/office/officeart/2005/8/layout/hierarchy1"/>
    <dgm:cxn modelId="{22ABAB85-8AF9-9446-8E2C-7D0B9F804F2B}" type="presParOf" srcId="{8FA68623-68CB-EA48-9D7B-4DE4FD050143}" destId="{A33B78A2-3746-B84C-8858-966EBB7A88C9}" srcOrd="0" destOrd="0" presId="urn:microsoft.com/office/officeart/2005/8/layout/hierarchy1"/>
    <dgm:cxn modelId="{AD5CC3C1-016E-CE43-92AC-A7B12A45251F}" type="presParOf" srcId="{A33B78A2-3746-B84C-8858-966EBB7A88C9}" destId="{4EACB9B6-6152-FC48-AAA6-21F84F89CCC3}" srcOrd="0" destOrd="0" presId="urn:microsoft.com/office/officeart/2005/8/layout/hierarchy1"/>
    <dgm:cxn modelId="{6ACF2AB4-320A-334B-A3A8-F01EF685C66F}" type="presParOf" srcId="{A33B78A2-3746-B84C-8858-966EBB7A88C9}" destId="{CEFEED99-6EFE-AC40-9254-D01E68F5FD93}" srcOrd="1" destOrd="0" presId="urn:microsoft.com/office/officeart/2005/8/layout/hierarchy1"/>
    <dgm:cxn modelId="{040A4795-D642-6047-AD0D-1A397BD80F06}" type="presParOf" srcId="{8FA68623-68CB-EA48-9D7B-4DE4FD050143}" destId="{7990BE1B-48CF-F044-894A-CA40DE4664A4}" srcOrd="1" destOrd="0" presId="urn:microsoft.com/office/officeart/2005/8/layout/hierarchy1"/>
    <dgm:cxn modelId="{68C7000F-CC93-2F44-A031-8DCCA5DCC555}" type="presParOf" srcId="{ABF18ACB-63F6-A94C-ADC9-664B9BDF6A65}" destId="{1220A4BF-2322-D742-B870-FC53970A1397}" srcOrd="2" destOrd="0" presId="urn:microsoft.com/office/officeart/2005/8/layout/hierarchy1"/>
    <dgm:cxn modelId="{DB21F433-6D81-0247-8581-C1DCE8A1AFC8}" type="presParOf" srcId="{ABF18ACB-63F6-A94C-ADC9-664B9BDF6A65}" destId="{A0CF2908-D83A-7844-AE35-C8F0B5F54291}" srcOrd="3" destOrd="0" presId="urn:microsoft.com/office/officeart/2005/8/layout/hierarchy1"/>
    <dgm:cxn modelId="{DC75532B-B7B2-F34C-BE83-5560A234E863}" type="presParOf" srcId="{A0CF2908-D83A-7844-AE35-C8F0B5F54291}" destId="{287D72EA-B2C6-A24F-8610-489ABB9436C5}" srcOrd="0" destOrd="0" presId="urn:microsoft.com/office/officeart/2005/8/layout/hierarchy1"/>
    <dgm:cxn modelId="{5F217E85-66C7-164D-893A-2B5F76DA04AA}" type="presParOf" srcId="{287D72EA-B2C6-A24F-8610-489ABB9436C5}" destId="{B22B4B7B-BF24-5D49-A59D-DD3ADE23FFD4}" srcOrd="0" destOrd="0" presId="urn:microsoft.com/office/officeart/2005/8/layout/hierarchy1"/>
    <dgm:cxn modelId="{F3E6F927-CBCA-4841-BCEA-E11C5B986659}" type="presParOf" srcId="{287D72EA-B2C6-A24F-8610-489ABB9436C5}" destId="{7489EEC7-EA54-6140-87BF-824CE30A8FEE}" srcOrd="1" destOrd="0" presId="urn:microsoft.com/office/officeart/2005/8/layout/hierarchy1"/>
    <dgm:cxn modelId="{ADFCADF8-D7A8-A64A-AB1D-B5D9A5DDD3E1}" type="presParOf" srcId="{A0CF2908-D83A-7844-AE35-C8F0B5F54291}" destId="{83F94CAA-1D78-8646-A75F-D283FEF353C9}" srcOrd="1" destOrd="0" presId="urn:microsoft.com/office/officeart/2005/8/layout/hierarchy1"/>
    <dgm:cxn modelId="{1EC73AD9-70DA-7E43-8EA0-4F990E67E22D}" type="presParOf" srcId="{83F94CAA-1D78-8646-A75F-D283FEF353C9}" destId="{562C536D-9B28-BD41-A5F1-4068AFCB305B}" srcOrd="0" destOrd="0" presId="urn:microsoft.com/office/officeart/2005/8/layout/hierarchy1"/>
    <dgm:cxn modelId="{BA68FF28-5628-9A42-8903-CC2174466FA9}" type="presParOf" srcId="{83F94CAA-1D78-8646-A75F-D283FEF353C9}" destId="{52F9272D-1E9A-2F4E-9572-08DB92376AA5}" srcOrd="1" destOrd="0" presId="urn:microsoft.com/office/officeart/2005/8/layout/hierarchy1"/>
    <dgm:cxn modelId="{8EA93295-73E6-C142-9CF7-F952712784A7}" type="presParOf" srcId="{52F9272D-1E9A-2F4E-9572-08DB92376AA5}" destId="{DA8AF9CF-DB16-D94D-BB26-119891868FB3}" srcOrd="0" destOrd="0" presId="urn:microsoft.com/office/officeart/2005/8/layout/hierarchy1"/>
    <dgm:cxn modelId="{A631EF6C-BDF3-074B-8A80-9AA7CB44E4C5}" type="presParOf" srcId="{DA8AF9CF-DB16-D94D-BB26-119891868FB3}" destId="{4C49FB87-1BC6-D743-A2EA-241AFB6B8490}" srcOrd="0" destOrd="0" presId="urn:microsoft.com/office/officeart/2005/8/layout/hierarchy1"/>
    <dgm:cxn modelId="{6D24B641-6BEF-3441-AC55-DEE88D0A2DF8}" type="presParOf" srcId="{DA8AF9CF-DB16-D94D-BB26-119891868FB3}" destId="{DAC8D92C-6CFC-E34C-8226-047B58F57C5D}" srcOrd="1" destOrd="0" presId="urn:microsoft.com/office/officeart/2005/8/layout/hierarchy1"/>
    <dgm:cxn modelId="{AC2BBFBC-14F7-FC4E-9826-ED9F1E45E4D7}" type="presParOf" srcId="{52F9272D-1E9A-2F4E-9572-08DB92376AA5}" destId="{889C419C-5D1E-4A49-815C-DB27CD9C2B50}" srcOrd="1" destOrd="0" presId="urn:microsoft.com/office/officeart/2005/8/layout/hierarchy1"/>
    <dgm:cxn modelId="{8316C334-02FC-364C-9E7C-09C835D026AF}" type="presParOf" srcId="{1E12E27C-0D05-FA4A-A000-3C5E980D7AA0}" destId="{C40AC85C-102A-9748-81B6-71B975224E2C}" srcOrd="4" destOrd="0" presId="urn:microsoft.com/office/officeart/2005/8/layout/hierarchy1"/>
    <dgm:cxn modelId="{D737C8E4-E94A-FE47-BA4B-ABACEEF12ABF}" type="presParOf" srcId="{1E12E27C-0D05-FA4A-A000-3C5E980D7AA0}" destId="{003191C1-6F51-E646-B906-BFD0BDBDCE15}" srcOrd="5" destOrd="0" presId="urn:microsoft.com/office/officeart/2005/8/layout/hierarchy1"/>
    <dgm:cxn modelId="{3780A0DC-5C2D-6845-B92D-68A07E5B60BE}" type="presParOf" srcId="{003191C1-6F51-E646-B906-BFD0BDBDCE15}" destId="{FD849B4A-A020-5543-88D3-EDAB1818FEC1}" srcOrd="0" destOrd="0" presId="urn:microsoft.com/office/officeart/2005/8/layout/hierarchy1"/>
    <dgm:cxn modelId="{44C04BCD-7146-4446-85E1-5A97553C5B10}" type="presParOf" srcId="{FD849B4A-A020-5543-88D3-EDAB1818FEC1}" destId="{11F8059C-B7D0-2548-B098-029AB5998B50}" srcOrd="0" destOrd="0" presId="urn:microsoft.com/office/officeart/2005/8/layout/hierarchy1"/>
    <dgm:cxn modelId="{5979B0DB-118F-744C-AB68-72F0DF0C5F29}" type="presParOf" srcId="{FD849B4A-A020-5543-88D3-EDAB1818FEC1}" destId="{F3A70A85-0420-3145-8A57-B7FDD194E35D}" srcOrd="1" destOrd="0" presId="urn:microsoft.com/office/officeart/2005/8/layout/hierarchy1"/>
    <dgm:cxn modelId="{0169A953-C5F7-2643-9968-946815C44E7D}" type="presParOf" srcId="{003191C1-6F51-E646-B906-BFD0BDBDCE15}" destId="{B1EE252F-6C1A-794A-9FAE-94DD3AEEB492}" srcOrd="1" destOrd="0" presId="urn:microsoft.com/office/officeart/2005/8/layout/hierarchy1"/>
    <dgm:cxn modelId="{FF24BF37-0946-9A48-A335-E0EE2B1281A6}" type="presParOf" srcId="{B1EE252F-6C1A-794A-9FAE-94DD3AEEB492}" destId="{EBF71200-9FCD-6D47-80B6-1307E8D596F6}" srcOrd="0" destOrd="0" presId="urn:microsoft.com/office/officeart/2005/8/layout/hierarchy1"/>
    <dgm:cxn modelId="{BD6B8B7C-D14B-6142-9E49-EF69367D9287}" type="presParOf" srcId="{B1EE252F-6C1A-794A-9FAE-94DD3AEEB492}" destId="{68BE0125-9130-2E49-B870-2D4D5D303522}" srcOrd="1" destOrd="0" presId="urn:microsoft.com/office/officeart/2005/8/layout/hierarchy1"/>
    <dgm:cxn modelId="{E1D8D410-ECC2-AE4C-A3F6-16874284DFE6}" type="presParOf" srcId="{68BE0125-9130-2E49-B870-2D4D5D303522}" destId="{D0E12155-4FCE-1D46-BD7F-0AFF4948032E}" srcOrd="0" destOrd="0" presId="urn:microsoft.com/office/officeart/2005/8/layout/hierarchy1"/>
    <dgm:cxn modelId="{347FBE6C-9E47-9544-B455-91EE7B5DC499}" type="presParOf" srcId="{D0E12155-4FCE-1D46-BD7F-0AFF4948032E}" destId="{3C534121-1288-874F-A957-98B2D103C34C}" srcOrd="0" destOrd="0" presId="urn:microsoft.com/office/officeart/2005/8/layout/hierarchy1"/>
    <dgm:cxn modelId="{25974732-52D3-5E4F-AC31-E016B237AAB7}" type="presParOf" srcId="{D0E12155-4FCE-1D46-BD7F-0AFF4948032E}" destId="{BFD5764B-5516-F44D-B984-CF01ECA1CCFF}" srcOrd="1" destOrd="0" presId="urn:microsoft.com/office/officeart/2005/8/layout/hierarchy1"/>
    <dgm:cxn modelId="{1D12C829-AA7D-AD4D-B4CB-8C2A696C4268}" type="presParOf" srcId="{68BE0125-9130-2E49-B870-2D4D5D303522}" destId="{48163F22-F689-6546-8B9D-19304561454C}" srcOrd="1" destOrd="0" presId="urn:microsoft.com/office/officeart/2005/8/layout/hierarchy1"/>
    <dgm:cxn modelId="{08EC9BFF-1CDA-E74B-A386-9BAA389B4DCB}" type="presParOf" srcId="{48163F22-F689-6546-8B9D-19304561454C}" destId="{9C07355D-7D02-8E45-83D8-4C77BF34F060}" srcOrd="0" destOrd="0" presId="urn:microsoft.com/office/officeart/2005/8/layout/hierarchy1"/>
    <dgm:cxn modelId="{0D2512E5-020C-5D42-AC85-03F2546DF980}" type="presParOf" srcId="{48163F22-F689-6546-8B9D-19304561454C}" destId="{E7E4CB3D-92C5-B843-8445-8046B8E79813}" srcOrd="1" destOrd="0" presId="urn:microsoft.com/office/officeart/2005/8/layout/hierarchy1"/>
    <dgm:cxn modelId="{B3FD7155-44DB-524E-BA21-FA2EC3D3ADF0}" type="presParOf" srcId="{E7E4CB3D-92C5-B843-8445-8046B8E79813}" destId="{D51780D2-9BCD-6547-B8FC-A512B5403C27}" srcOrd="0" destOrd="0" presId="urn:microsoft.com/office/officeart/2005/8/layout/hierarchy1"/>
    <dgm:cxn modelId="{A7E4F3A3-3F31-6B41-A58C-588FD0D5DCDB}" type="presParOf" srcId="{D51780D2-9BCD-6547-B8FC-A512B5403C27}" destId="{9867728D-7693-FA47-B5FC-D81207269DFB}" srcOrd="0" destOrd="0" presId="urn:microsoft.com/office/officeart/2005/8/layout/hierarchy1"/>
    <dgm:cxn modelId="{A86DFB2D-CBC9-1849-B6F2-81C1F54D76CE}" type="presParOf" srcId="{D51780D2-9BCD-6547-B8FC-A512B5403C27}" destId="{CE63CC9E-5F28-5045-92CE-4575DAED9E8A}" srcOrd="1" destOrd="0" presId="urn:microsoft.com/office/officeart/2005/8/layout/hierarchy1"/>
    <dgm:cxn modelId="{F15C8801-76E9-844F-A496-57E9D9E8C2E0}" type="presParOf" srcId="{E7E4CB3D-92C5-B843-8445-8046B8E79813}" destId="{301DDC66-EA47-C743-8575-EC67E8608F95}" srcOrd="1" destOrd="0" presId="urn:microsoft.com/office/officeart/2005/8/layout/hierarchy1"/>
    <dgm:cxn modelId="{23E9D9F3-7392-9A47-AA33-2701C0D32557}" type="presParOf" srcId="{B1EE252F-6C1A-794A-9FAE-94DD3AEEB492}" destId="{350FE97F-359F-8C4C-BAFA-D353D2936B7B}" srcOrd="2" destOrd="0" presId="urn:microsoft.com/office/officeart/2005/8/layout/hierarchy1"/>
    <dgm:cxn modelId="{A44662B0-D520-4043-8EFC-89D13AE416AF}" type="presParOf" srcId="{B1EE252F-6C1A-794A-9FAE-94DD3AEEB492}" destId="{B4CA6421-32C7-3A41-BC12-75307031A8E9}" srcOrd="3" destOrd="0" presId="urn:microsoft.com/office/officeart/2005/8/layout/hierarchy1"/>
    <dgm:cxn modelId="{2CE99655-16BC-EC40-86A2-DE5E5004A9E4}" type="presParOf" srcId="{B4CA6421-32C7-3A41-BC12-75307031A8E9}" destId="{9D63746E-ED05-FA4C-A288-D0A9BE9DB9EA}" srcOrd="0" destOrd="0" presId="urn:microsoft.com/office/officeart/2005/8/layout/hierarchy1"/>
    <dgm:cxn modelId="{A694C2EA-8357-D544-8577-3C5258BBBDD7}" type="presParOf" srcId="{9D63746E-ED05-FA4C-A288-D0A9BE9DB9EA}" destId="{B794E4B2-4425-9543-8F2A-738892CE57C1}" srcOrd="0" destOrd="0" presId="urn:microsoft.com/office/officeart/2005/8/layout/hierarchy1"/>
    <dgm:cxn modelId="{AF3FC7EB-D571-F94B-876B-89EA37CAE539}" type="presParOf" srcId="{9D63746E-ED05-FA4C-A288-D0A9BE9DB9EA}" destId="{46C06982-6420-3643-811A-C53ADFF2E7AC}" srcOrd="1" destOrd="0" presId="urn:microsoft.com/office/officeart/2005/8/layout/hierarchy1"/>
    <dgm:cxn modelId="{E99B4138-B046-F64D-BA7E-51A9C94B7B81}" type="presParOf" srcId="{B4CA6421-32C7-3A41-BC12-75307031A8E9}" destId="{801D8B4C-3666-CD4C-A0BA-EF6E5355D73B}" srcOrd="1" destOrd="0" presId="urn:microsoft.com/office/officeart/2005/8/layout/hierarchy1"/>
    <dgm:cxn modelId="{4E1FA584-8555-584A-9DA5-FC4465C4F2E4}" type="presParOf" srcId="{801D8B4C-3666-CD4C-A0BA-EF6E5355D73B}" destId="{60F079EB-034D-2B49-BBBC-4E83F6D01BB8}" srcOrd="0" destOrd="0" presId="urn:microsoft.com/office/officeart/2005/8/layout/hierarchy1"/>
    <dgm:cxn modelId="{1829B41C-4FA3-C646-9C89-A27BF9397742}" type="presParOf" srcId="{801D8B4C-3666-CD4C-A0BA-EF6E5355D73B}" destId="{A86147C3-5D07-014E-AD33-E072E014BDB1}" srcOrd="1" destOrd="0" presId="urn:microsoft.com/office/officeart/2005/8/layout/hierarchy1"/>
    <dgm:cxn modelId="{AC92262E-4E34-4349-8889-EA6106B9EA82}" type="presParOf" srcId="{A86147C3-5D07-014E-AD33-E072E014BDB1}" destId="{A79F7046-386D-344D-9D63-06EA6BE9AD3E}" srcOrd="0" destOrd="0" presId="urn:microsoft.com/office/officeart/2005/8/layout/hierarchy1"/>
    <dgm:cxn modelId="{EAE94E02-4E58-574D-8CB5-D6CBA2555082}" type="presParOf" srcId="{A79F7046-386D-344D-9D63-06EA6BE9AD3E}" destId="{BAA04350-863F-2249-852C-B67040CCA7C6}" srcOrd="0" destOrd="0" presId="urn:microsoft.com/office/officeart/2005/8/layout/hierarchy1"/>
    <dgm:cxn modelId="{FD946B3E-9D25-7E47-95A8-FCF026E672B1}" type="presParOf" srcId="{A79F7046-386D-344D-9D63-06EA6BE9AD3E}" destId="{A995C29F-4B1A-FA4C-84C6-F2479128EA8C}" srcOrd="1" destOrd="0" presId="urn:microsoft.com/office/officeart/2005/8/layout/hierarchy1"/>
    <dgm:cxn modelId="{37B153E8-0EAD-5845-9B93-FBE28EFFBED9}" type="presParOf" srcId="{A86147C3-5D07-014E-AD33-E072E014BDB1}" destId="{0F9C9631-BC25-C84B-818C-D235DA9915DD}" srcOrd="1" destOrd="0" presId="urn:microsoft.com/office/officeart/2005/8/layout/hierarchy1"/>
    <dgm:cxn modelId="{A016A925-7BC6-A84A-A250-C14EB574C5CD}" type="presParOf" srcId="{1E12E27C-0D05-FA4A-A000-3C5E980D7AA0}" destId="{016D4AB2-B7C6-E648-BCB9-7BB26CE4BFF1}" srcOrd="6" destOrd="0" presId="urn:microsoft.com/office/officeart/2005/8/layout/hierarchy1"/>
    <dgm:cxn modelId="{601D5C5C-A43F-D644-AA8F-73BC6CAB5B6F}" type="presParOf" srcId="{1E12E27C-0D05-FA4A-A000-3C5E980D7AA0}" destId="{698334CF-4D7F-B74E-9574-8B651D2894A7}" srcOrd="7" destOrd="0" presId="urn:microsoft.com/office/officeart/2005/8/layout/hierarchy1"/>
    <dgm:cxn modelId="{A84BF8B8-B2CA-9C44-A618-C97C3EAEA724}" type="presParOf" srcId="{698334CF-4D7F-B74E-9574-8B651D2894A7}" destId="{FEDDDDC1-6738-E942-B997-24CCE659C249}" srcOrd="0" destOrd="0" presId="urn:microsoft.com/office/officeart/2005/8/layout/hierarchy1"/>
    <dgm:cxn modelId="{16F26693-0CE2-264C-BCAF-70360297124D}" type="presParOf" srcId="{FEDDDDC1-6738-E942-B997-24CCE659C249}" destId="{7D26AF94-4BC9-1244-A359-6E071D7F2742}" srcOrd="0" destOrd="0" presId="urn:microsoft.com/office/officeart/2005/8/layout/hierarchy1"/>
    <dgm:cxn modelId="{D617678A-ED27-7F4E-97BF-BC650E339B0F}" type="presParOf" srcId="{FEDDDDC1-6738-E942-B997-24CCE659C249}" destId="{0915E80D-E03E-294B-9BFA-4C8761A55548}" srcOrd="1" destOrd="0" presId="urn:microsoft.com/office/officeart/2005/8/layout/hierarchy1"/>
    <dgm:cxn modelId="{116B3CF2-B4D9-2743-9C72-BA720E0F7F3C}" type="presParOf" srcId="{698334CF-4D7F-B74E-9574-8B651D2894A7}" destId="{E2DF7C34-2214-8D48-99AF-1EDC3663B236}" srcOrd="1" destOrd="0" presId="urn:microsoft.com/office/officeart/2005/8/layout/hierarchy1"/>
    <dgm:cxn modelId="{3B0D3528-A3E9-1B47-80F4-EB9B318E879B}" type="presParOf" srcId="{E2DF7C34-2214-8D48-99AF-1EDC3663B236}" destId="{054282EE-B959-6F47-A0E9-C0738B144F72}" srcOrd="0" destOrd="0" presId="urn:microsoft.com/office/officeart/2005/8/layout/hierarchy1"/>
    <dgm:cxn modelId="{FC93E13A-3BA7-234B-889D-A2920CEABC8C}" type="presParOf" srcId="{E2DF7C34-2214-8D48-99AF-1EDC3663B236}" destId="{E93BF754-DA29-9B47-9668-4C3A3A9B4285}" srcOrd="1" destOrd="0" presId="urn:microsoft.com/office/officeart/2005/8/layout/hierarchy1"/>
    <dgm:cxn modelId="{1E02347E-49DD-CF40-9D03-E996BB1329D4}" type="presParOf" srcId="{E93BF754-DA29-9B47-9668-4C3A3A9B4285}" destId="{48DF4E20-81C7-D04F-AE4D-9347B639204F}" srcOrd="0" destOrd="0" presId="urn:microsoft.com/office/officeart/2005/8/layout/hierarchy1"/>
    <dgm:cxn modelId="{B61F6099-1BE2-224F-BDC6-4D14F7DF28F7}" type="presParOf" srcId="{48DF4E20-81C7-D04F-AE4D-9347B639204F}" destId="{D148D0B5-75FB-464E-B38E-1DF576497F52}" srcOrd="0" destOrd="0" presId="urn:microsoft.com/office/officeart/2005/8/layout/hierarchy1"/>
    <dgm:cxn modelId="{87F0E248-8C23-E545-AAB0-B788DFE4E59B}" type="presParOf" srcId="{48DF4E20-81C7-D04F-AE4D-9347B639204F}" destId="{E734A5CE-9058-FA48-B4B9-DF3C6FC9396A}" srcOrd="1" destOrd="0" presId="urn:microsoft.com/office/officeart/2005/8/layout/hierarchy1"/>
    <dgm:cxn modelId="{FD3CB1F2-4310-5B48-8006-B01574AD976A}" type="presParOf" srcId="{E93BF754-DA29-9B47-9668-4C3A3A9B4285}" destId="{E4B31624-1510-DD40-A906-56B49D2BF461}" srcOrd="1" destOrd="0" presId="urn:microsoft.com/office/officeart/2005/8/layout/hierarchy1"/>
    <dgm:cxn modelId="{54019E49-F813-E840-ADF0-5850E164E7E6}" type="presParOf" srcId="{E4B31624-1510-DD40-A906-56B49D2BF461}" destId="{C341FC65-91A0-984E-97E7-4F9DDE960207}" srcOrd="0" destOrd="0" presId="urn:microsoft.com/office/officeart/2005/8/layout/hierarchy1"/>
    <dgm:cxn modelId="{74E0A432-E636-D94B-929F-2FAA3E30C921}" type="presParOf" srcId="{E4B31624-1510-DD40-A906-56B49D2BF461}" destId="{8C0F28D3-7216-C448-944F-8409E42F64A4}" srcOrd="1" destOrd="0" presId="urn:microsoft.com/office/officeart/2005/8/layout/hierarchy1"/>
    <dgm:cxn modelId="{0B2601B9-C54F-5B4A-B01F-18C7A6997C5F}" type="presParOf" srcId="{8C0F28D3-7216-C448-944F-8409E42F64A4}" destId="{75B7DE87-F0F7-5644-9E72-240CF7D8668F}" srcOrd="0" destOrd="0" presId="urn:microsoft.com/office/officeart/2005/8/layout/hierarchy1"/>
    <dgm:cxn modelId="{F130B663-032A-C948-8811-D0087BF95716}" type="presParOf" srcId="{75B7DE87-F0F7-5644-9E72-240CF7D8668F}" destId="{391D6BF8-7576-274F-A274-A2E5A7595BDE}" srcOrd="0" destOrd="0" presId="urn:microsoft.com/office/officeart/2005/8/layout/hierarchy1"/>
    <dgm:cxn modelId="{A04AC34A-D98E-8846-9F83-129CE2A279D2}" type="presParOf" srcId="{75B7DE87-F0F7-5644-9E72-240CF7D8668F}" destId="{AB4009C4-7307-A74A-B936-E7C4CBA86F30}" srcOrd="1" destOrd="0" presId="urn:microsoft.com/office/officeart/2005/8/layout/hierarchy1"/>
    <dgm:cxn modelId="{23F6A02B-3DCB-2344-B914-992ED4C4354E}" type="presParOf" srcId="{8C0F28D3-7216-C448-944F-8409E42F64A4}" destId="{E5A8B5AA-B8DF-2045-A05A-88A2FA164A2B}" srcOrd="1" destOrd="0" presId="urn:microsoft.com/office/officeart/2005/8/layout/hierarchy1"/>
    <dgm:cxn modelId="{217AD7D3-92F1-2E46-9C08-CB0545B25379}" type="presParOf" srcId="{E2DF7C34-2214-8D48-99AF-1EDC3663B236}" destId="{476BCE24-0E9E-EC4E-844A-35EDF51EAB49}" srcOrd="2" destOrd="0" presId="urn:microsoft.com/office/officeart/2005/8/layout/hierarchy1"/>
    <dgm:cxn modelId="{DA0D0F09-2F05-BD49-ACD2-FCDD18015821}" type="presParOf" srcId="{E2DF7C34-2214-8D48-99AF-1EDC3663B236}" destId="{0F9D5739-EEDD-F643-94AE-8BC678890FFD}" srcOrd="3" destOrd="0" presId="urn:microsoft.com/office/officeart/2005/8/layout/hierarchy1"/>
    <dgm:cxn modelId="{3648DB94-978C-3544-B0FA-3131F42AB583}" type="presParOf" srcId="{0F9D5739-EEDD-F643-94AE-8BC678890FFD}" destId="{2A2DC995-3016-7A45-9C15-8B573C95D913}" srcOrd="0" destOrd="0" presId="urn:microsoft.com/office/officeart/2005/8/layout/hierarchy1"/>
    <dgm:cxn modelId="{416C0BB5-92BB-0B4F-BA9A-334E9284238B}" type="presParOf" srcId="{2A2DC995-3016-7A45-9C15-8B573C95D913}" destId="{BD1EF36F-067F-C545-ABC7-95FAA9FD5360}" srcOrd="0" destOrd="0" presId="urn:microsoft.com/office/officeart/2005/8/layout/hierarchy1"/>
    <dgm:cxn modelId="{EE212376-1D7A-814F-A0B6-0FD7DF3ED0BF}" type="presParOf" srcId="{2A2DC995-3016-7A45-9C15-8B573C95D913}" destId="{E72E7C9C-B46B-D042-AD6E-B0B249BE3186}" srcOrd="1" destOrd="0" presId="urn:microsoft.com/office/officeart/2005/8/layout/hierarchy1"/>
    <dgm:cxn modelId="{23836627-E824-0742-BFC6-6C8813A8B5E1}" type="presParOf" srcId="{0F9D5739-EEDD-F643-94AE-8BC678890FFD}" destId="{186BBDDD-4328-9143-9FD2-F6C84CFE6425}" srcOrd="1" destOrd="0" presId="urn:microsoft.com/office/officeart/2005/8/layout/hierarchy1"/>
    <dgm:cxn modelId="{CF9C3150-24BD-7640-9018-B3EF7F6AEC13}" type="presParOf" srcId="{186BBDDD-4328-9143-9FD2-F6C84CFE6425}" destId="{59ED62B8-EE33-7346-ABFE-2CD94826E4E9}" srcOrd="0" destOrd="0" presId="urn:microsoft.com/office/officeart/2005/8/layout/hierarchy1"/>
    <dgm:cxn modelId="{E111B63B-C2B3-E646-8899-08C9179EEE24}" type="presParOf" srcId="{186BBDDD-4328-9143-9FD2-F6C84CFE6425}" destId="{4BC3BE3F-E790-CD45-90CD-AE9911AB660D}" srcOrd="1" destOrd="0" presId="urn:microsoft.com/office/officeart/2005/8/layout/hierarchy1"/>
    <dgm:cxn modelId="{04F57F23-9CDB-814D-9DFC-581B32F9A873}" type="presParOf" srcId="{4BC3BE3F-E790-CD45-90CD-AE9911AB660D}" destId="{EAB351D7-554D-0841-9AB2-08D3829B0EBA}" srcOrd="0" destOrd="0" presId="urn:microsoft.com/office/officeart/2005/8/layout/hierarchy1"/>
    <dgm:cxn modelId="{ACFC4EE9-98F5-F24A-9AB9-E95BC3C4F24F}" type="presParOf" srcId="{EAB351D7-554D-0841-9AB2-08D3829B0EBA}" destId="{289149E9-AB44-8247-BC67-49C07912B5E7}" srcOrd="0" destOrd="0" presId="urn:microsoft.com/office/officeart/2005/8/layout/hierarchy1"/>
    <dgm:cxn modelId="{9A24C6BF-D9CA-AD48-BB94-B444558D0BD8}" type="presParOf" srcId="{EAB351D7-554D-0841-9AB2-08D3829B0EBA}" destId="{64C7A5F7-154A-284A-BD09-9FE5AE4C74AE}" srcOrd="1" destOrd="0" presId="urn:microsoft.com/office/officeart/2005/8/layout/hierarchy1"/>
    <dgm:cxn modelId="{0F1E4154-3E53-5C4D-9CB0-7E62FCBE810D}" type="presParOf" srcId="{4BC3BE3F-E790-CD45-90CD-AE9911AB660D}" destId="{2610E7BC-75B2-1B47-807B-26C1FC4CC6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62299-1F61-5F48-9B63-1BE7B2484C3D}">
      <dsp:nvSpPr>
        <dsp:cNvPr id="0" name=""/>
        <dsp:cNvSpPr/>
      </dsp:nvSpPr>
      <dsp:spPr>
        <a:xfrm>
          <a:off x="-3842319" y="-590081"/>
          <a:ext cx="4579475" cy="4579475"/>
        </a:xfrm>
        <a:prstGeom prst="blockArc">
          <a:avLst>
            <a:gd name="adj1" fmla="val 18900000"/>
            <a:gd name="adj2" fmla="val 2700000"/>
            <a:gd name="adj3" fmla="val 472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6BB4FC-ACA1-FA40-86F3-44654113F3E4}">
      <dsp:nvSpPr>
        <dsp:cNvPr id="0" name=""/>
        <dsp:cNvSpPr/>
      </dsp:nvSpPr>
      <dsp:spPr>
        <a:xfrm>
          <a:off x="386344" y="261339"/>
          <a:ext cx="7655025" cy="5229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092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t-IT" sz="1800" b="1" u="none" kern="1200" dirty="0"/>
            <a:t>Validity</a:t>
          </a:r>
          <a:r>
            <a:rPr lang="en-US" altLang="it-IT" sz="1800" kern="1200" dirty="0"/>
            <a:t>: guarantees that messages sent by correct processes will eventually be delivered</a:t>
          </a:r>
        </a:p>
      </dsp:txBody>
      <dsp:txXfrm>
        <a:off x="386344" y="261339"/>
        <a:ext cx="7655025" cy="522950"/>
      </dsp:txXfrm>
    </dsp:sp>
    <dsp:sp modelId="{FE0BF93B-493A-DF4C-BC01-A766FD846510}">
      <dsp:nvSpPr>
        <dsp:cNvPr id="0" name=""/>
        <dsp:cNvSpPr/>
      </dsp:nvSpPr>
      <dsp:spPr>
        <a:xfrm>
          <a:off x="59500" y="195970"/>
          <a:ext cx="653687" cy="6536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81C87-DC32-784B-960F-60B04182D27C}">
      <dsp:nvSpPr>
        <dsp:cNvPr id="0" name=""/>
        <dsp:cNvSpPr/>
      </dsp:nvSpPr>
      <dsp:spPr>
        <a:xfrm>
          <a:off x="686163" y="1045900"/>
          <a:ext cx="7355205" cy="5229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092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t-IT" sz="1800" b="1" u="none" kern="1200" dirty="0"/>
            <a:t>Integrity:</a:t>
          </a:r>
          <a:r>
            <a:rPr lang="en-US" altLang="it-IT" sz="1800" kern="1200" dirty="0"/>
            <a:t> guarantees that no spurious or duplicate messages are delivered </a:t>
          </a:r>
        </a:p>
      </dsp:txBody>
      <dsp:txXfrm>
        <a:off x="686163" y="1045900"/>
        <a:ext cx="7355205" cy="522950"/>
      </dsp:txXfrm>
    </dsp:sp>
    <dsp:sp modelId="{8380D19F-844F-8740-93B1-7820855F55C5}">
      <dsp:nvSpPr>
        <dsp:cNvPr id="0" name=""/>
        <dsp:cNvSpPr/>
      </dsp:nvSpPr>
      <dsp:spPr>
        <a:xfrm>
          <a:off x="359319" y="980531"/>
          <a:ext cx="653687" cy="6536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FF706-41E0-A64D-85B8-BDF2921F5747}">
      <dsp:nvSpPr>
        <dsp:cNvPr id="0" name=""/>
        <dsp:cNvSpPr/>
      </dsp:nvSpPr>
      <dsp:spPr>
        <a:xfrm>
          <a:off x="686163" y="1830461"/>
          <a:ext cx="7355205" cy="5229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092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t-IT" sz="1800" b="1" u="none" kern="1200" dirty="0"/>
            <a:t>Agreement:</a:t>
          </a:r>
          <a:r>
            <a:rPr lang="en-US" altLang="it-IT" sz="1800" kern="1200" dirty="0"/>
            <a:t> imposes constraints on the set of messages to be delivered</a:t>
          </a:r>
        </a:p>
      </dsp:txBody>
      <dsp:txXfrm>
        <a:off x="686163" y="1830461"/>
        <a:ext cx="7355205" cy="522950"/>
      </dsp:txXfrm>
    </dsp:sp>
    <dsp:sp modelId="{2E0D4B6D-29A5-9147-B8E2-73D6D9B6405E}">
      <dsp:nvSpPr>
        <dsp:cNvPr id="0" name=""/>
        <dsp:cNvSpPr/>
      </dsp:nvSpPr>
      <dsp:spPr>
        <a:xfrm>
          <a:off x="359319" y="1765092"/>
          <a:ext cx="653687" cy="6536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6569B-F895-0A49-A888-C38A3D97E53C}">
      <dsp:nvSpPr>
        <dsp:cNvPr id="0" name=""/>
        <dsp:cNvSpPr/>
      </dsp:nvSpPr>
      <dsp:spPr>
        <a:xfrm>
          <a:off x="386344" y="2615022"/>
          <a:ext cx="7655025" cy="5229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092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t-IT" sz="1800" b="1" u="none" kern="1200" dirty="0"/>
            <a:t>Order:</a:t>
          </a:r>
          <a:r>
            <a:rPr lang="en-US" altLang="it-IT" sz="1800" kern="1200" dirty="0"/>
            <a:t> imposes constraints on the sequence of messages to be delivered</a:t>
          </a:r>
        </a:p>
      </dsp:txBody>
      <dsp:txXfrm>
        <a:off x="386344" y="2615022"/>
        <a:ext cx="7655025" cy="522950"/>
      </dsp:txXfrm>
    </dsp:sp>
    <dsp:sp modelId="{BE6CDFB9-6607-F84E-8B5D-CDB37C8C65F8}">
      <dsp:nvSpPr>
        <dsp:cNvPr id="0" name=""/>
        <dsp:cNvSpPr/>
      </dsp:nvSpPr>
      <dsp:spPr>
        <a:xfrm>
          <a:off x="59500" y="2549653"/>
          <a:ext cx="653687" cy="6536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D62B8-EE33-7346-ABFE-2CD94826E4E9}">
      <dsp:nvSpPr>
        <dsp:cNvPr id="0" name=""/>
        <dsp:cNvSpPr/>
      </dsp:nvSpPr>
      <dsp:spPr>
        <a:xfrm>
          <a:off x="7902136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BCE24-0E9E-EC4E-844A-35EDF51EAB49}">
      <dsp:nvSpPr>
        <dsp:cNvPr id="0" name=""/>
        <dsp:cNvSpPr/>
      </dsp:nvSpPr>
      <dsp:spPr>
        <a:xfrm>
          <a:off x="7411683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90"/>
              </a:lnTo>
              <a:lnTo>
                <a:pt x="536173" y="173890"/>
              </a:lnTo>
              <a:lnTo>
                <a:pt x="536173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1FC65-91A0-984E-97E7-4F9DDE960207}">
      <dsp:nvSpPr>
        <dsp:cNvPr id="0" name=""/>
        <dsp:cNvSpPr/>
      </dsp:nvSpPr>
      <dsp:spPr>
        <a:xfrm>
          <a:off x="6829790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282EE-B959-6F47-A0E9-C0738B144F72}">
      <dsp:nvSpPr>
        <dsp:cNvPr id="0" name=""/>
        <dsp:cNvSpPr/>
      </dsp:nvSpPr>
      <dsp:spPr>
        <a:xfrm>
          <a:off x="6875510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536173" y="0"/>
              </a:moveTo>
              <a:lnTo>
                <a:pt x="536173" y="173890"/>
              </a:lnTo>
              <a:lnTo>
                <a:pt x="0" y="173890"/>
              </a:lnTo>
              <a:lnTo>
                <a:pt x="0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6D4AB2-B7C6-E648-BCB9-7BB26CE4BFF1}">
      <dsp:nvSpPr>
        <dsp:cNvPr id="0" name=""/>
        <dsp:cNvSpPr/>
      </dsp:nvSpPr>
      <dsp:spPr>
        <a:xfrm>
          <a:off x="4194644" y="1117223"/>
          <a:ext cx="3217038" cy="25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90"/>
              </a:lnTo>
              <a:lnTo>
                <a:pt x="3217038" y="173890"/>
              </a:lnTo>
              <a:lnTo>
                <a:pt x="3217038" y="255169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079EB-034D-2B49-BBBC-4E83F6D01BB8}">
      <dsp:nvSpPr>
        <dsp:cNvPr id="0" name=""/>
        <dsp:cNvSpPr/>
      </dsp:nvSpPr>
      <dsp:spPr>
        <a:xfrm>
          <a:off x="5757443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0FE97F-359F-8C4C-BAFA-D353D2936B7B}">
      <dsp:nvSpPr>
        <dsp:cNvPr id="0" name=""/>
        <dsp:cNvSpPr/>
      </dsp:nvSpPr>
      <dsp:spPr>
        <a:xfrm>
          <a:off x="5266990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90"/>
              </a:lnTo>
              <a:lnTo>
                <a:pt x="536173" y="173890"/>
              </a:lnTo>
              <a:lnTo>
                <a:pt x="536173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07355D-7D02-8E45-83D8-4C77BF34F060}">
      <dsp:nvSpPr>
        <dsp:cNvPr id="0" name=""/>
        <dsp:cNvSpPr/>
      </dsp:nvSpPr>
      <dsp:spPr>
        <a:xfrm>
          <a:off x="4685097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71200-9FCD-6D47-80B6-1307E8D596F6}">
      <dsp:nvSpPr>
        <dsp:cNvPr id="0" name=""/>
        <dsp:cNvSpPr/>
      </dsp:nvSpPr>
      <dsp:spPr>
        <a:xfrm>
          <a:off x="4730817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536173" y="0"/>
              </a:moveTo>
              <a:lnTo>
                <a:pt x="536173" y="173890"/>
              </a:lnTo>
              <a:lnTo>
                <a:pt x="0" y="173890"/>
              </a:lnTo>
              <a:lnTo>
                <a:pt x="0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0AC85C-102A-9748-81B6-71B975224E2C}">
      <dsp:nvSpPr>
        <dsp:cNvPr id="0" name=""/>
        <dsp:cNvSpPr/>
      </dsp:nvSpPr>
      <dsp:spPr>
        <a:xfrm>
          <a:off x="4194644" y="1117223"/>
          <a:ext cx="1072346" cy="25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90"/>
              </a:lnTo>
              <a:lnTo>
                <a:pt x="1072346" y="173890"/>
              </a:lnTo>
              <a:lnTo>
                <a:pt x="1072346" y="255169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2C536D-9B28-BD41-A5F1-4068AFCB305B}">
      <dsp:nvSpPr>
        <dsp:cNvPr id="0" name=""/>
        <dsp:cNvSpPr/>
      </dsp:nvSpPr>
      <dsp:spPr>
        <a:xfrm>
          <a:off x="3612751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20A4BF-2322-D742-B870-FC53970A1397}">
      <dsp:nvSpPr>
        <dsp:cNvPr id="0" name=""/>
        <dsp:cNvSpPr/>
      </dsp:nvSpPr>
      <dsp:spPr>
        <a:xfrm>
          <a:off x="3122298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90"/>
              </a:lnTo>
              <a:lnTo>
                <a:pt x="536173" y="173890"/>
              </a:lnTo>
              <a:lnTo>
                <a:pt x="536173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AE759C-5B1A-4E4C-BED6-5128631AF012}">
      <dsp:nvSpPr>
        <dsp:cNvPr id="0" name=""/>
        <dsp:cNvSpPr/>
      </dsp:nvSpPr>
      <dsp:spPr>
        <a:xfrm>
          <a:off x="2540405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87B45-F257-9C42-A38D-E78A3B6450CF}">
      <dsp:nvSpPr>
        <dsp:cNvPr id="0" name=""/>
        <dsp:cNvSpPr/>
      </dsp:nvSpPr>
      <dsp:spPr>
        <a:xfrm>
          <a:off x="2586125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536173" y="0"/>
              </a:moveTo>
              <a:lnTo>
                <a:pt x="536173" y="173890"/>
              </a:lnTo>
              <a:lnTo>
                <a:pt x="0" y="173890"/>
              </a:lnTo>
              <a:lnTo>
                <a:pt x="0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BEB17-9A44-1344-96AE-74E865F45A75}">
      <dsp:nvSpPr>
        <dsp:cNvPr id="0" name=""/>
        <dsp:cNvSpPr/>
      </dsp:nvSpPr>
      <dsp:spPr>
        <a:xfrm>
          <a:off x="3122298" y="1117223"/>
          <a:ext cx="1072346" cy="255169"/>
        </a:xfrm>
        <a:custGeom>
          <a:avLst/>
          <a:gdLst/>
          <a:ahLst/>
          <a:cxnLst/>
          <a:rect l="0" t="0" r="0" b="0"/>
          <a:pathLst>
            <a:path>
              <a:moveTo>
                <a:pt x="1072346" y="0"/>
              </a:moveTo>
              <a:lnTo>
                <a:pt x="1072346" y="173890"/>
              </a:lnTo>
              <a:lnTo>
                <a:pt x="0" y="173890"/>
              </a:lnTo>
              <a:lnTo>
                <a:pt x="0" y="255169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7BF45A-B989-9440-A6CD-32F849EA3D41}">
      <dsp:nvSpPr>
        <dsp:cNvPr id="0" name=""/>
        <dsp:cNvSpPr/>
      </dsp:nvSpPr>
      <dsp:spPr>
        <a:xfrm>
          <a:off x="1468058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D5A0B2-2C5C-7245-9CF2-D621C4E55C44}">
      <dsp:nvSpPr>
        <dsp:cNvPr id="0" name=""/>
        <dsp:cNvSpPr/>
      </dsp:nvSpPr>
      <dsp:spPr>
        <a:xfrm>
          <a:off x="977605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890"/>
              </a:lnTo>
              <a:lnTo>
                <a:pt x="536173" y="173890"/>
              </a:lnTo>
              <a:lnTo>
                <a:pt x="536173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505E4-683A-8F42-8A94-033828519B92}">
      <dsp:nvSpPr>
        <dsp:cNvPr id="0" name=""/>
        <dsp:cNvSpPr/>
      </dsp:nvSpPr>
      <dsp:spPr>
        <a:xfrm>
          <a:off x="395712" y="2741828"/>
          <a:ext cx="91440" cy="255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169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17E030-855D-254A-A28E-0BEB62BDADE6}">
      <dsp:nvSpPr>
        <dsp:cNvPr id="0" name=""/>
        <dsp:cNvSpPr/>
      </dsp:nvSpPr>
      <dsp:spPr>
        <a:xfrm>
          <a:off x="441432" y="1929526"/>
          <a:ext cx="536173" cy="255169"/>
        </a:xfrm>
        <a:custGeom>
          <a:avLst/>
          <a:gdLst/>
          <a:ahLst/>
          <a:cxnLst/>
          <a:rect l="0" t="0" r="0" b="0"/>
          <a:pathLst>
            <a:path>
              <a:moveTo>
                <a:pt x="536173" y="0"/>
              </a:moveTo>
              <a:lnTo>
                <a:pt x="536173" y="173890"/>
              </a:lnTo>
              <a:lnTo>
                <a:pt x="0" y="173890"/>
              </a:lnTo>
              <a:lnTo>
                <a:pt x="0" y="255169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9B959-B60E-C342-85AC-09CC86C9D8F8}">
      <dsp:nvSpPr>
        <dsp:cNvPr id="0" name=""/>
        <dsp:cNvSpPr/>
      </dsp:nvSpPr>
      <dsp:spPr>
        <a:xfrm>
          <a:off x="977605" y="1117223"/>
          <a:ext cx="3217038" cy="255169"/>
        </a:xfrm>
        <a:custGeom>
          <a:avLst/>
          <a:gdLst/>
          <a:ahLst/>
          <a:cxnLst/>
          <a:rect l="0" t="0" r="0" b="0"/>
          <a:pathLst>
            <a:path>
              <a:moveTo>
                <a:pt x="3217038" y="0"/>
              </a:moveTo>
              <a:lnTo>
                <a:pt x="3217038" y="173890"/>
              </a:lnTo>
              <a:lnTo>
                <a:pt x="0" y="173890"/>
              </a:lnTo>
              <a:lnTo>
                <a:pt x="0" y="255169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086624-8C8A-F34A-95AC-FDF10EC8A4E7}">
      <dsp:nvSpPr>
        <dsp:cNvPr id="0" name=""/>
        <dsp:cNvSpPr/>
      </dsp:nvSpPr>
      <dsp:spPr>
        <a:xfrm>
          <a:off x="3755957" y="560091"/>
          <a:ext cx="877374" cy="557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BF10D6-AF82-414D-9DC3-B7F921B585F5}">
      <dsp:nvSpPr>
        <dsp:cNvPr id="0" name=""/>
        <dsp:cNvSpPr/>
      </dsp:nvSpPr>
      <dsp:spPr>
        <a:xfrm>
          <a:off x="3853443" y="652703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TO Broadcast</a:t>
          </a:r>
        </a:p>
      </dsp:txBody>
      <dsp:txXfrm>
        <a:off x="3869761" y="669021"/>
        <a:ext cx="844738" cy="524496"/>
      </dsp:txXfrm>
    </dsp:sp>
    <dsp:sp modelId="{BE91A3A4-839E-C74C-8E29-585725536FA5}">
      <dsp:nvSpPr>
        <dsp:cNvPr id="0" name=""/>
        <dsp:cNvSpPr/>
      </dsp:nvSpPr>
      <dsp:spPr>
        <a:xfrm>
          <a:off x="538918" y="1372393"/>
          <a:ext cx="877374" cy="557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E95D54-0F03-624F-BF1E-5A0D9B99F91F}">
      <dsp:nvSpPr>
        <dsp:cNvPr id="0" name=""/>
        <dsp:cNvSpPr/>
      </dsp:nvSpPr>
      <dsp:spPr>
        <a:xfrm>
          <a:off x="636404" y="1465005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Integrity</a:t>
          </a:r>
        </a:p>
      </dsp:txBody>
      <dsp:txXfrm>
        <a:off x="652722" y="1481323"/>
        <a:ext cx="844738" cy="524496"/>
      </dsp:txXfrm>
    </dsp:sp>
    <dsp:sp modelId="{093FA582-E737-DD46-9D8A-8151FBA4421C}">
      <dsp:nvSpPr>
        <dsp:cNvPr id="0" name=""/>
        <dsp:cNvSpPr/>
      </dsp:nvSpPr>
      <dsp:spPr>
        <a:xfrm>
          <a:off x="2745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2D06DC-241B-A845-857E-6887532C4E07}">
      <dsp:nvSpPr>
        <dsp:cNvPr id="0" name=""/>
        <dsp:cNvSpPr/>
      </dsp:nvSpPr>
      <dsp:spPr>
        <a:xfrm>
          <a:off x="100231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Uniform</a:t>
          </a:r>
        </a:p>
      </dsp:txBody>
      <dsp:txXfrm>
        <a:off x="116549" y="2293625"/>
        <a:ext cx="844738" cy="524496"/>
      </dsp:txXfrm>
    </dsp:sp>
    <dsp:sp modelId="{BE5ECCFC-04C3-574B-BB46-3E2D41303CAA}">
      <dsp:nvSpPr>
        <dsp:cNvPr id="0" name=""/>
        <dsp:cNvSpPr/>
      </dsp:nvSpPr>
      <dsp:spPr>
        <a:xfrm>
          <a:off x="2745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7D909C-3834-BC47-B748-D0640DB6175B}">
      <dsp:nvSpPr>
        <dsp:cNvPr id="0" name=""/>
        <dsp:cNvSpPr/>
      </dsp:nvSpPr>
      <dsp:spPr>
        <a:xfrm>
          <a:off x="100231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All</a:t>
          </a:r>
        </a:p>
      </dsp:txBody>
      <dsp:txXfrm>
        <a:off x="116549" y="3105928"/>
        <a:ext cx="844738" cy="524496"/>
      </dsp:txXfrm>
    </dsp:sp>
    <dsp:sp modelId="{87747807-73D1-EA43-B632-E368BFE40E3A}">
      <dsp:nvSpPr>
        <dsp:cNvPr id="0" name=""/>
        <dsp:cNvSpPr/>
      </dsp:nvSpPr>
      <dsp:spPr>
        <a:xfrm>
          <a:off x="1075091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1EB034-1BF1-C042-83B3-E0D466747141}">
      <dsp:nvSpPr>
        <dsp:cNvPr id="0" name=""/>
        <dsp:cNvSpPr/>
      </dsp:nvSpPr>
      <dsp:spPr>
        <a:xfrm>
          <a:off x="1172577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Non-uniform</a:t>
          </a:r>
        </a:p>
      </dsp:txBody>
      <dsp:txXfrm>
        <a:off x="1188895" y="2293625"/>
        <a:ext cx="844738" cy="524496"/>
      </dsp:txXfrm>
    </dsp:sp>
    <dsp:sp modelId="{18B698D3-BAE4-B64A-B3DC-B115EBDB6045}">
      <dsp:nvSpPr>
        <dsp:cNvPr id="0" name=""/>
        <dsp:cNvSpPr/>
      </dsp:nvSpPr>
      <dsp:spPr>
        <a:xfrm>
          <a:off x="1075091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529F13-2E08-5A40-B221-D0B05735E546}">
      <dsp:nvSpPr>
        <dsp:cNvPr id="0" name=""/>
        <dsp:cNvSpPr/>
      </dsp:nvSpPr>
      <dsp:spPr>
        <a:xfrm>
          <a:off x="1172577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Correct Processes</a:t>
          </a:r>
        </a:p>
      </dsp:txBody>
      <dsp:txXfrm>
        <a:off x="1188895" y="3105928"/>
        <a:ext cx="844738" cy="524496"/>
      </dsp:txXfrm>
    </dsp:sp>
    <dsp:sp modelId="{C2B9919B-EAB3-3C40-95D4-E6A97D8A1D5D}">
      <dsp:nvSpPr>
        <dsp:cNvPr id="0" name=""/>
        <dsp:cNvSpPr/>
      </dsp:nvSpPr>
      <dsp:spPr>
        <a:xfrm>
          <a:off x="2683611" y="1372393"/>
          <a:ext cx="877374" cy="557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75C3B8-8F47-CE46-889D-8149CFA6F1C3}">
      <dsp:nvSpPr>
        <dsp:cNvPr id="0" name=""/>
        <dsp:cNvSpPr/>
      </dsp:nvSpPr>
      <dsp:spPr>
        <a:xfrm>
          <a:off x="2781097" y="1465005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Validity</a:t>
          </a:r>
        </a:p>
      </dsp:txBody>
      <dsp:txXfrm>
        <a:off x="2797415" y="1481323"/>
        <a:ext cx="844738" cy="524496"/>
      </dsp:txXfrm>
    </dsp:sp>
    <dsp:sp modelId="{EC7862BC-F3C2-F042-8000-19EA0054D0B3}">
      <dsp:nvSpPr>
        <dsp:cNvPr id="0" name=""/>
        <dsp:cNvSpPr/>
      </dsp:nvSpPr>
      <dsp:spPr>
        <a:xfrm>
          <a:off x="2147437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C77784-C1C7-9345-B59F-2D5C4B728439}">
      <dsp:nvSpPr>
        <dsp:cNvPr id="0" name=""/>
        <dsp:cNvSpPr/>
      </dsp:nvSpPr>
      <dsp:spPr>
        <a:xfrm>
          <a:off x="2244923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Uniform</a:t>
          </a:r>
        </a:p>
      </dsp:txBody>
      <dsp:txXfrm>
        <a:off x="2261241" y="2293625"/>
        <a:ext cx="844738" cy="524496"/>
      </dsp:txXfrm>
    </dsp:sp>
    <dsp:sp modelId="{4EACB9B6-6152-FC48-AAA6-21F84F89CCC3}">
      <dsp:nvSpPr>
        <dsp:cNvPr id="0" name=""/>
        <dsp:cNvSpPr/>
      </dsp:nvSpPr>
      <dsp:spPr>
        <a:xfrm>
          <a:off x="2147437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FEED99-6EFE-AC40-9254-D01E68F5FD93}">
      <dsp:nvSpPr>
        <dsp:cNvPr id="0" name=""/>
        <dsp:cNvSpPr/>
      </dsp:nvSpPr>
      <dsp:spPr>
        <a:xfrm>
          <a:off x="2244923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All</a:t>
          </a:r>
        </a:p>
      </dsp:txBody>
      <dsp:txXfrm>
        <a:off x="2261241" y="3105928"/>
        <a:ext cx="844738" cy="524496"/>
      </dsp:txXfrm>
    </dsp:sp>
    <dsp:sp modelId="{B22B4B7B-BF24-5D49-A59D-DD3ADE23FFD4}">
      <dsp:nvSpPr>
        <dsp:cNvPr id="0" name=""/>
        <dsp:cNvSpPr/>
      </dsp:nvSpPr>
      <dsp:spPr>
        <a:xfrm>
          <a:off x="3219784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89EEC7-EA54-6140-87BF-824CE30A8FEE}">
      <dsp:nvSpPr>
        <dsp:cNvPr id="0" name=""/>
        <dsp:cNvSpPr/>
      </dsp:nvSpPr>
      <dsp:spPr>
        <a:xfrm>
          <a:off x="3317270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Non-uniform</a:t>
          </a:r>
        </a:p>
      </dsp:txBody>
      <dsp:txXfrm>
        <a:off x="3333588" y="2293625"/>
        <a:ext cx="844738" cy="524496"/>
      </dsp:txXfrm>
    </dsp:sp>
    <dsp:sp modelId="{4C49FB87-1BC6-D743-A2EA-241AFB6B8490}">
      <dsp:nvSpPr>
        <dsp:cNvPr id="0" name=""/>
        <dsp:cNvSpPr/>
      </dsp:nvSpPr>
      <dsp:spPr>
        <a:xfrm>
          <a:off x="3219784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C8D92C-6CFC-E34C-8226-047B58F57C5D}">
      <dsp:nvSpPr>
        <dsp:cNvPr id="0" name=""/>
        <dsp:cNvSpPr/>
      </dsp:nvSpPr>
      <dsp:spPr>
        <a:xfrm>
          <a:off x="3317270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Correct Processes</a:t>
          </a:r>
        </a:p>
      </dsp:txBody>
      <dsp:txXfrm>
        <a:off x="3333588" y="3105928"/>
        <a:ext cx="844738" cy="524496"/>
      </dsp:txXfrm>
    </dsp:sp>
    <dsp:sp modelId="{11F8059C-B7D0-2548-B098-029AB5998B50}">
      <dsp:nvSpPr>
        <dsp:cNvPr id="0" name=""/>
        <dsp:cNvSpPr/>
      </dsp:nvSpPr>
      <dsp:spPr>
        <a:xfrm>
          <a:off x="4828303" y="1372393"/>
          <a:ext cx="877374" cy="557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A70A85-0420-3145-8A57-B7FDD194E35D}">
      <dsp:nvSpPr>
        <dsp:cNvPr id="0" name=""/>
        <dsp:cNvSpPr/>
      </dsp:nvSpPr>
      <dsp:spPr>
        <a:xfrm>
          <a:off x="4925789" y="1465005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Agreement</a:t>
          </a:r>
        </a:p>
      </dsp:txBody>
      <dsp:txXfrm>
        <a:off x="4942107" y="1481323"/>
        <a:ext cx="844738" cy="524496"/>
      </dsp:txXfrm>
    </dsp:sp>
    <dsp:sp modelId="{3C534121-1288-874F-A957-98B2D103C34C}">
      <dsp:nvSpPr>
        <dsp:cNvPr id="0" name=""/>
        <dsp:cNvSpPr/>
      </dsp:nvSpPr>
      <dsp:spPr>
        <a:xfrm>
          <a:off x="4292130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D5764B-5516-F44D-B984-CF01ECA1CCFF}">
      <dsp:nvSpPr>
        <dsp:cNvPr id="0" name=""/>
        <dsp:cNvSpPr/>
      </dsp:nvSpPr>
      <dsp:spPr>
        <a:xfrm>
          <a:off x="4389616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Uniform</a:t>
          </a:r>
        </a:p>
      </dsp:txBody>
      <dsp:txXfrm>
        <a:off x="4405934" y="2293625"/>
        <a:ext cx="844738" cy="524496"/>
      </dsp:txXfrm>
    </dsp:sp>
    <dsp:sp modelId="{9867728D-7693-FA47-B5FC-D81207269DFB}">
      <dsp:nvSpPr>
        <dsp:cNvPr id="0" name=""/>
        <dsp:cNvSpPr/>
      </dsp:nvSpPr>
      <dsp:spPr>
        <a:xfrm>
          <a:off x="4292130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63CC9E-5F28-5045-92CE-4575DAED9E8A}">
      <dsp:nvSpPr>
        <dsp:cNvPr id="0" name=""/>
        <dsp:cNvSpPr/>
      </dsp:nvSpPr>
      <dsp:spPr>
        <a:xfrm>
          <a:off x="4389616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All</a:t>
          </a:r>
        </a:p>
      </dsp:txBody>
      <dsp:txXfrm>
        <a:off x="4405934" y="3105928"/>
        <a:ext cx="844738" cy="524496"/>
      </dsp:txXfrm>
    </dsp:sp>
    <dsp:sp modelId="{B794E4B2-4425-9543-8F2A-738892CE57C1}">
      <dsp:nvSpPr>
        <dsp:cNvPr id="0" name=""/>
        <dsp:cNvSpPr/>
      </dsp:nvSpPr>
      <dsp:spPr>
        <a:xfrm>
          <a:off x="5364476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C06982-6420-3643-811A-C53ADFF2E7AC}">
      <dsp:nvSpPr>
        <dsp:cNvPr id="0" name=""/>
        <dsp:cNvSpPr/>
      </dsp:nvSpPr>
      <dsp:spPr>
        <a:xfrm>
          <a:off x="5461962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Non-uniform</a:t>
          </a:r>
        </a:p>
      </dsp:txBody>
      <dsp:txXfrm>
        <a:off x="5478280" y="2293625"/>
        <a:ext cx="844738" cy="524496"/>
      </dsp:txXfrm>
    </dsp:sp>
    <dsp:sp modelId="{BAA04350-863F-2249-852C-B67040CCA7C6}">
      <dsp:nvSpPr>
        <dsp:cNvPr id="0" name=""/>
        <dsp:cNvSpPr/>
      </dsp:nvSpPr>
      <dsp:spPr>
        <a:xfrm>
          <a:off x="5364476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95C29F-4B1A-FA4C-84C6-F2479128EA8C}">
      <dsp:nvSpPr>
        <dsp:cNvPr id="0" name=""/>
        <dsp:cNvSpPr/>
      </dsp:nvSpPr>
      <dsp:spPr>
        <a:xfrm>
          <a:off x="5461962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Correct Processes</a:t>
          </a:r>
        </a:p>
      </dsp:txBody>
      <dsp:txXfrm>
        <a:off x="5478280" y="3105928"/>
        <a:ext cx="844738" cy="524496"/>
      </dsp:txXfrm>
    </dsp:sp>
    <dsp:sp modelId="{7D26AF94-4BC9-1244-A359-6E071D7F2742}">
      <dsp:nvSpPr>
        <dsp:cNvPr id="0" name=""/>
        <dsp:cNvSpPr/>
      </dsp:nvSpPr>
      <dsp:spPr>
        <a:xfrm>
          <a:off x="6972996" y="1372393"/>
          <a:ext cx="877374" cy="557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15E80D-E03E-294B-9BFA-4C8761A55548}">
      <dsp:nvSpPr>
        <dsp:cNvPr id="0" name=""/>
        <dsp:cNvSpPr/>
      </dsp:nvSpPr>
      <dsp:spPr>
        <a:xfrm>
          <a:off x="7070482" y="1465005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Ordering</a:t>
          </a:r>
        </a:p>
      </dsp:txBody>
      <dsp:txXfrm>
        <a:off x="7086800" y="1481323"/>
        <a:ext cx="844738" cy="524496"/>
      </dsp:txXfrm>
    </dsp:sp>
    <dsp:sp modelId="{D148D0B5-75FB-464E-B38E-1DF576497F52}">
      <dsp:nvSpPr>
        <dsp:cNvPr id="0" name=""/>
        <dsp:cNvSpPr/>
      </dsp:nvSpPr>
      <dsp:spPr>
        <a:xfrm>
          <a:off x="6436823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34A5CE-9058-FA48-B4B9-DF3C6FC9396A}">
      <dsp:nvSpPr>
        <dsp:cNvPr id="0" name=""/>
        <dsp:cNvSpPr/>
      </dsp:nvSpPr>
      <dsp:spPr>
        <a:xfrm>
          <a:off x="6534309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Uniform</a:t>
          </a:r>
        </a:p>
      </dsp:txBody>
      <dsp:txXfrm>
        <a:off x="6550627" y="2293625"/>
        <a:ext cx="844738" cy="524496"/>
      </dsp:txXfrm>
    </dsp:sp>
    <dsp:sp modelId="{391D6BF8-7576-274F-A274-A2E5A7595BDE}">
      <dsp:nvSpPr>
        <dsp:cNvPr id="0" name=""/>
        <dsp:cNvSpPr/>
      </dsp:nvSpPr>
      <dsp:spPr>
        <a:xfrm>
          <a:off x="6436823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4009C4-7307-A74A-B936-E7C4CBA86F30}">
      <dsp:nvSpPr>
        <dsp:cNvPr id="0" name=""/>
        <dsp:cNvSpPr/>
      </dsp:nvSpPr>
      <dsp:spPr>
        <a:xfrm>
          <a:off x="6534309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All</a:t>
          </a:r>
        </a:p>
      </dsp:txBody>
      <dsp:txXfrm>
        <a:off x="6550627" y="3105928"/>
        <a:ext cx="844738" cy="524496"/>
      </dsp:txXfrm>
    </dsp:sp>
    <dsp:sp modelId="{BD1EF36F-067F-C545-ABC7-95FAA9FD5360}">
      <dsp:nvSpPr>
        <dsp:cNvPr id="0" name=""/>
        <dsp:cNvSpPr/>
      </dsp:nvSpPr>
      <dsp:spPr>
        <a:xfrm>
          <a:off x="7509169" y="2184695"/>
          <a:ext cx="877374" cy="557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2E7C9C-B46B-D042-AD6E-B0B249BE3186}">
      <dsp:nvSpPr>
        <dsp:cNvPr id="0" name=""/>
        <dsp:cNvSpPr/>
      </dsp:nvSpPr>
      <dsp:spPr>
        <a:xfrm>
          <a:off x="7606655" y="2277307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Non-uniform</a:t>
          </a:r>
        </a:p>
      </dsp:txBody>
      <dsp:txXfrm>
        <a:off x="7622973" y="2293625"/>
        <a:ext cx="844738" cy="524496"/>
      </dsp:txXfrm>
    </dsp:sp>
    <dsp:sp modelId="{289149E9-AB44-8247-BC67-49C07912B5E7}">
      <dsp:nvSpPr>
        <dsp:cNvPr id="0" name=""/>
        <dsp:cNvSpPr/>
      </dsp:nvSpPr>
      <dsp:spPr>
        <a:xfrm>
          <a:off x="7509169" y="2996998"/>
          <a:ext cx="877374" cy="5571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C7A5F7-154A-284A-BD09-9FE5AE4C74AE}">
      <dsp:nvSpPr>
        <dsp:cNvPr id="0" name=""/>
        <dsp:cNvSpPr/>
      </dsp:nvSpPr>
      <dsp:spPr>
        <a:xfrm>
          <a:off x="7606655" y="3089610"/>
          <a:ext cx="877374" cy="5571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Correct Processes</a:t>
          </a:r>
        </a:p>
      </dsp:txBody>
      <dsp:txXfrm>
        <a:off x="7622973" y="3105928"/>
        <a:ext cx="844738" cy="524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34F95-BFF0-184C-9CF7-1FBA526794A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66C1B-9924-9649-9BEF-5BF5C1F203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668799C-A2C2-B341-BEBA-CCA62620E56A}" type="slidenum">
              <a:rPr lang="en-US" altLang="it-IT"/>
              <a:pPr eaLnBrk="1" hangingPunct="1">
                <a:spcBef>
                  <a:spcPct val="0"/>
                </a:spcBef>
              </a:pPr>
              <a:t>2</a:t>
            </a:fld>
            <a:endParaRPr lang="en-US" altLang="it-IT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7913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F9BB426-0C54-2547-A594-04AB68493A5C}" type="slidenum">
              <a:rPr lang="en-US" altLang="it-IT"/>
              <a:pPr eaLnBrk="1" hangingPunct="1">
                <a:spcBef>
                  <a:spcPct val="0"/>
                </a:spcBef>
              </a:pPr>
              <a:t>3</a:t>
            </a:fld>
            <a:endParaRPr lang="en-US" altLang="it-IT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78648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095E89-54CF-A044-93C7-7286E3CE1770}" type="slidenum">
              <a:rPr lang="en-US" altLang="it-IT"/>
              <a:pPr eaLnBrk="1" hangingPunct="1">
                <a:spcBef>
                  <a:spcPct val="0"/>
                </a:spcBef>
              </a:pPr>
              <a:t>4</a:t>
            </a:fld>
            <a:endParaRPr lang="en-US" altLang="it-IT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14105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095E89-54CF-A044-93C7-7286E3CE1770}" type="slidenum">
              <a:rPr lang="en-US" altLang="it-IT"/>
              <a:pPr eaLnBrk="1" hangingPunct="1">
                <a:spcBef>
                  <a:spcPct val="0"/>
                </a:spcBef>
              </a:pPr>
              <a:t>5</a:t>
            </a:fld>
            <a:endParaRPr lang="en-US" altLang="it-IT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4412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2B0FD0-60E1-D04B-AFA3-1B6502FF5CB4}" type="slidenum">
              <a:rPr lang="en-US" altLang="it-IT"/>
              <a:pPr eaLnBrk="1" hangingPunct="1">
                <a:spcBef>
                  <a:spcPct val="0"/>
                </a:spcBef>
              </a:pPr>
              <a:t>6</a:t>
            </a:fld>
            <a:endParaRPr lang="en-US" altLang="it-IT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7452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095E89-54CF-A044-93C7-7286E3CE1770}" type="slidenum">
              <a:rPr lang="en-US" altLang="it-IT"/>
              <a:pPr eaLnBrk="1" hangingPunct="1">
                <a:spcBef>
                  <a:spcPct val="0"/>
                </a:spcBef>
              </a:pPr>
              <a:t>7</a:t>
            </a:fld>
            <a:endParaRPr lang="en-US" altLang="it-IT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71122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5D9DC06-6310-274D-A4AA-08025267A05C}" type="slidenum">
              <a:rPr lang="en-US" altLang="it-IT"/>
              <a:pPr eaLnBrk="1" hangingPunct="1">
                <a:spcBef>
                  <a:spcPct val="0"/>
                </a:spcBef>
              </a:pPr>
              <a:t>8</a:t>
            </a:fld>
            <a:endParaRPr lang="en-US" altLang="it-IT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40185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1C8DAB9-BCFF-AF4E-8D59-53168CB51866}" type="slidenum">
              <a:rPr lang="en-US" altLang="it-IT"/>
              <a:pPr eaLnBrk="1" hangingPunct="1">
                <a:spcBef>
                  <a:spcPct val="0"/>
                </a:spcBef>
              </a:pPr>
              <a:t>9</a:t>
            </a:fld>
            <a:endParaRPr lang="en-US" altLang="it-IT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38402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03C8D39-7EB8-1046-B4FC-4A059B7174BB}" type="slidenum">
              <a:rPr lang="en-US" altLang="it-IT"/>
              <a:pPr eaLnBrk="1" hangingPunct="1">
                <a:spcBef>
                  <a:spcPct val="0"/>
                </a:spcBef>
              </a:pPr>
              <a:t>13</a:t>
            </a:fld>
            <a:endParaRPr lang="en-US" altLang="it-IT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65094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4C3A018-3021-D541-A128-DA554FE3781E}" type="slidenum">
              <a:rPr lang="en-US" altLang="it-IT"/>
              <a:pPr eaLnBrk="1" hangingPunct="1">
                <a:spcBef>
                  <a:spcPct val="0"/>
                </a:spcBef>
              </a:pPr>
              <a:t>14</a:t>
            </a:fld>
            <a:endParaRPr lang="en-US" altLang="it-IT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1201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0B9929E-B09B-954D-ABCE-17A229DC9D0C}" type="slidenum">
              <a:rPr lang="en-US" altLang="it-IT"/>
              <a:pPr eaLnBrk="1" hangingPunct="1">
                <a:spcBef>
                  <a:spcPct val="0"/>
                </a:spcBef>
              </a:pPr>
              <a:t>15</a:t>
            </a:fld>
            <a:endParaRPr lang="en-US" altLang="it-IT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45011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4D1D174-CAE0-074E-8B5B-4B0E5F1AD7D4}" type="slidenum">
              <a:rPr lang="en-US" altLang="it-IT"/>
              <a:pPr eaLnBrk="1" hangingPunct="1">
                <a:spcBef>
                  <a:spcPct val="0"/>
                </a:spcBef>
              </a:pPr>
              <a:t>16</a:t>
            </a:fld>
            <a:endParaRPr lang="en-US" altLang="it-IT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3213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9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5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6"/>
            <a:ext cx="4166235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5"/>
            <a:ext cx="4166235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5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7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506" y="731520"/>
            <a:ext cx="5477828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fld id="{DA16AA21-1863-4931-97CB-99D0A168701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30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2302"/>
            <a:ext cx="2218134" cy="5759898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2302"/>
            <a:ext cx="6525816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14350" y="274638"/>
            <a:ext cx="92583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514350" y="1600201"/>
            <a:ext cx="4543425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229225" y="1600201"/>
            <a:ext cx="4543425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Problemi e Algoritmi distribuiti\Comunicazioni Ordinate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808BA5-0BA6-2E44-A8EE-0021A85E34D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94350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9258300" cy="13716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514350" y="1981200"/>
            <a:ext cx="9258300" cy="38862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5F5BC5-BE67-C647-A930-C503F65FE134}" type="slidenum">
              <a:rPr lang="en-GB" altLang="it-IT"/>
              <a:pPr/>
              <a:t>‹N›</a:t>
            </a:fld>
            <a:endParaRPr lang="en-GB" altLang="it-IT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70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0287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  <p:sldLayoutId id="2147484087" r:id="rId12"/>
    <p:sldLayoutId id="2147484088" r:id="rId1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Dependable Distributed Systems</a:t>
            </a:r>
            <a:br>
              <a:rPr lang="en-GB" sz="4000" dirty="0"/>
            </a:br>
            <a:r>
              <a:rPr lang="en-GB" sz="4000" dirty="0"/>
              <a:t>Master of Science in Engineering in Computer Science  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AA 2026/2027</a:t>
            </a: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13: Total Order Broadcast</a:t>
            </a:r>
          </a:p>
        </p:txBody>
      </p:sp>
    </p:spTree>
    <p:extLst>
      <p:ext uri="{BB962C8B-B14F-4D97-AF65-F5344CB8AC3E}">
        <p14:creationId xmlns:p14="http://schemas.microsoft.com/office/powerpoint/2010/main" val="65483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System model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it-IT" sz="1800" dirty="0"/>
              <a:t>Static set of processes </a:t>
            </a:r>
            <a:r>
              <a:rPr lang="en-US" altLang="it-IT" sz="1800" dirty="0" err="1">
                <a:ea typeface="Arial" charset="0"/>
                <a:cs typeface="Arial" charset="0"/>
              </a:rPr>
              <a:t>Π</a:t>
            </a:r>
            <a:r>
              <a:rPr lang="en-US" altLang="it-IT" sz="1800" dirty="0">
                <a:ea typeface="Arial" charset="0"/>
                <a:cs typeface="Arial" charset="0"/>
              </a:rPr>
              <a:t> = {p</a:t>
            </a:r>
            <a:r>
              <a:rPr lang="en-US" altLang="it-IT" sz="1800" baseline="-25000" dirty="0">
                <a:ea typeface="Arial" charset="0"/>
                <a:cs typeface="Arial" charset="0"/>
              </a:rPr>
              <a:t>1</a:t>
            </a:r>
            <a:r>
              <a:rPr lang="en-US" altLang="it-IT" sz="1800" dirty="0">
                <a:ea typeface="Arial" charset="0"/>
                <a:cs typeface="Arial" charset="0"/>
              </a:rPr>
              <a:t> … </a:t>
            </a:r>
            <a:r>
              <a:rPr lang="en-US" altLang="it-IT" sz="1800" dirty="0" err="1">
                <a:ea typeface="Arial" charset="0"/>
                <a:cs typeface="Arial" charset="0"/>
              </a:rPr>
              <a:t>p</a:t>
            </a:r>
            <a:r>
              <a:rPr lang="en-US" altLang="it-IT" sz="1800" baseline="-25000" dirty="0" err="1">
                <a:ea typeface="Arial" charset="0"/>
                <a:cs typeface="Arial" charset="0"/>
              </a:rPr>
              <a:t>n</a:t>
            </a:r>
            <a:r>
              <a:rPr lang="en-US" altLang="it-IT" sz="1800" dirty="0">
                <a:ea typeface="Arial" charset="0"/>
                <a:cs typeface="Arial" charset="0"/>
              </a:rPr>
              <a:t>}</a:t>
            </a:r>
          </a:p>
          <a:p>
            <a:pPr eaLnBrk="1" hangingPunct="1"/>
            <a:r>
              <a:rPr lang="en-US" altLang="it-IT" sz="1800" dirty="0"/>
              <a:t>Message passing over perfect channels </a:t>
            </a:r>
          </a:p>
          <a:p>
            <a:pPr lvl="1"/>
            <a:r>
              <a:rPr lang="en-US" altLang="it-IT" sz="1600" dirty="0"/>
              <a:t>i.e., message exchanged between correct processes are reliably delivered</a:t>
            </a:r>
          </a:p>
          <a:p>
            <a:pPr eaLnBrk="1" hangingPunct="1"/>
            <a:r>
              <a:rPr lang="en-US" altLang="it-IT" sz="1800" dirty="0"/>
              <a:t>Asynchronous</a:t>
            </a:r>
          </a:p>
          <a:p>
            <a:pPr eaLnBrk="1" hangingPunct="1"/>
            <a:r>
              <a:rPr lang="en-US" altLang="it-IT" sz="1800" dirty="0"/>
              <a:t>Crash fault model for processes</a:t>
            </a:r>
          </a:p>
          <a:p>
            <a:pPr eaLnBrk="1" hangingPunct="1"/>
            <a:r>
              <a:rPr lang="en-US" altLang="it-IT" sz="1800" dirty="0"/>
              <a:t>We characterize the system in terms of its possible runs R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7808913" y="4365625"/>
            <a:ext cx="1727200" cy="6477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2400">
                <a:latin typeface="Arial" charset="0"/>
              </a:rPr>
              <a:t>R</a:t>
            </a:r>
          </a:p>
        </p:txBody>
      </p:sp>
      <p:grpSp>
        <p:nvGrpSpPr>
          <p:cNvPr id="14341" name="Group 5"/>
          <p:cNvGrpSpPr>
            <a:grpSpLocks/>
          </p:cNvGrpSpPr>
          <p:nvPr/>
        </p:nvGrpSpPr>
        <p:grpSpPr bwMode="auto">
          <a:xfrm>
            <a:off x="4422775" y="4292601"/>
            <a:ext cx="3168650" cy="1655763"/>
            <a:chOff x="2381" y="3067"/>
            <a:chExt cx="1996" cy="1043"/>
          </a:xfrm>
        </p:grpSpPr>
        <p:sp>
          <p:nvSpPr>
            <p:cNvPr id="14345" name="Line 6"/>
            <p:cNvSpPr>
              <a:spLocks noChangeShapeType="1"/>
            </p:cNvSpPr>
            <p:nvPr/>
          </p:nvSpPr>
          <p:spPr bwMode="auto">
            <a:xfrm>
              <a:off x="2795" y="3521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6" name="Line 7"/>
            <p:cNvSpPr>
              <a:spLocks noChangeShapeType="1"/>
            </p:cNvSpPr>
            <p:nvPr/>
          </p:nvSpPr>
          <p:spPr bwMode="auto">
            <a:xfrm>
              <a:off x="2795" y="3702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7" name="Line 8"/>
            <p:cNvSpPr>
              <a:spLocks noChangeShapeType="1"/>
            </p:cNvSpPr>
            <p:nvPr/>
          </p:nvSpPr>
          <p:spPr bwMode="auto">
            <a:xfrm>
              <a:off x="2795" y="3929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8" name="Text Box 9"/>
            <p:cNvSpPr txBox="1">
              <a:spLocks noChangeArrowheads="1"/>
            </p:cNvSpPr>
            <p:nvPr/>
          </p:nvSpPr>
          <p:spPr bwMode="auto">
            <a:xfrm>
              <a:off x="2601" y="3430"/>
              <a:ext cx="2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>
                  <a:latin typeface="Arial" charset="0"/>
                </a:rPr>
                <a:t>p</a:t>
              </a:r>
              <a:r>
                <a:rPr lang="it-IT" altLang="it-IT" sz="1200" baseline="-25000">
                  <a:latin typeface="Arial" charset="0"/>
                </a:rPr>
                <a:t>1</a:t>
              </a:r>
              <a:endParaRPr lang="en-US" altLang="it-IT" sz="1200" baseline="-25000">
                <a:latin typeface="Arial" charset="0"/>
              </a:endParaRPr>
            </a:p>
          </p:txBody>
        </p:sp>
        <p:sp>
          <p:nvSpPr>
            <p:cNvPr id="14349" name="Text Box 10"/>
            <p:cNvSpPr txBox="1">
              <a:spLocks noChangeArrowheads="1"/>
            </p:cNvSpPr>
            <p:nvPr/>
          </p:nvSpPr>
          <p:spPr bwMode="auto">
            <a:xfrm>
              <a:off x="2591" y="3566"/>
              <a:ext cx="2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>
                  <a:latin typeface="Arial" charset="0"/>
                </a:rPr>
                <a:t>p</a:t>
              </a:r>
              <a:r>
                <a:rPr lang="it-IT" altLang="it-IT" sz="1200" baseline="-25000">
                  <a:latin typeface="Arial" charset="0"/>
                </a:rPr>
                <a:t>2</a:t>
              </a:r>
              <a:endParaRPr lang="en-US" altLang="it-IT" sz="1200" baseline="-25000">
                <a:latin typeface="Arial" charset="0"/>
              </a:endParaRPr>
            </a:p>
          </p:txBody>
        </p:sp>
        <p:sp>
          <p:nvSpPr>
            <p:cNvPr id="14350" name="Text Box 11"/>
            <p:cNvSpPr txBox="1">
              <a:spLocks noChangeArrowheads="1"/>
            </p:cNvSpPr>
            <p:nvPr/>
          </p:nvSpPr>
          <p:spPr bwMode="auto">
            <a:xfrm>
              <a:off x="2591" y="3801"/>
              <a:ext cx="2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>
                  <a:latin typeface="Arial" charset="0"/>
                </a:rPr>
                <a:t>p</a:t>
              </a:r>
              <a:r>
                <a:rPr lang="it-IT" altLang="it-IT" sz="1200" baseline="-25000">
                  <a:latin typeface="Arial" charset="0"/>
                </a:rPr>
                <a:t>n</a:t>
              </a:r>
              <a:endParaRPr lang="en-US" altLang="it-IT" sz="1200" baseline="-25000">
                <a:latin typeface="Arial" charset="0"/>
              </a:endParaRPr>
            </a:p>
          </p:txBody>
        </p:sp>
        <p:sp>
          <p:nvSpPr>
            <p:cNvPr id="14351" name="Line 12"/>
            <p:cNvSpPr>
              <a:spLocks noChangeShapeType="1"/>
            </p:cNvSpPr>
            <p:nvPr/>
          </p:nvSpPr>
          <p:spPr bwMode="auto">
            <a:xfrm>
              <a:off x="2931" y="3521"/>
              <a:ext cx="9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2" name="Line 13"/>
            <p:cNvSpPr>
              <a:spLocks noChangeShapeType="1"/>
            </p:cNvSpPr>
            <p:nvPr/>
          </p:nvSpPr>
          <p:spPr bwMode="auto">
            <a:xfrm>
              <a:off x="2931" y="3521"/>
              <a:ext cx="9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3" name="Freeform 14"/>
            <p:cNvSpPr>
              <a:spLocks/>
            </p:cNvSpPr>
            <p:nvPr/>
          </p:nvSpPr>
          <p:spPr bwMode="auto">
            <a:xfrm>
              <a:off x="2931" y="3475"/>
              <a:ext cx="91" cy="46"/>
            </a:xfrm>
            <a:custGeom>
              <a:avLst/>
              <a:gdLst>
                <a:gd name="T0" fmla="*/ 0 w 91"/>
                <a:gd name="T1" fmla="*/ 46 h 46"/>
                <a:gd name="T2" fmla="*/ 46 w 91"/>
                <a:gd name="T3" fmla="*/ 0 h 46"/>
                <a:gd name="T4" fmla="*/ 91 w 91"/>
                <a:gd name="T5" fmla="*/ 46 h 46"/>
                <a:gd name="T6" fmla="*/ 0 60000 65536"/>
                <a:gd name="T7" fmla="*/ 0 60000 65536"/>
                <a:gd name="T8" fmla="*/ 0 60000 65536"/>
                <a:gd name="T9" fmla="*/ 0 w 91"/>
                <a:gd name="T10" fmla="*/ 0 h 46"/>
                <a:gd name="T11" fmla="*/ 91 w 9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46">
                  <a:moveTo>
                    <a:pt x="0" y="46"/>
                  </a:moveTo>
                  <a:cubicBezTo>
                    <a:pt x="15" y="23"/>
                    <a:pt x="31" y="0"/>
                    <a:pt x="46" y="0"/>
                  </a:cubicBezTo>
                  <a:cubicBezTo>
                    <a:pt x="61" y="0"/>
                    <a:pt x="76" y="23"/>
                    <a:pt x="91" y="4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4" name="Text Box 15"/>
            <p:cNvSpPr txBox="1">
              <a:spLocks noChangeArrowheads="1"/>
            </p:cNvSpPr>
            <p:nvPr/>
          </p:nvSpPr>
          <p:spPr bwMode="auto">
            <a:xfrm>
              <a:off x="2478" y="3158"/>
              <a:ext cx="576" cy="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>
                  <a:latin typeface="Arial" charset="0"/>
                </a:rPr>
                <a:t>TOcast(m)</a:t>
              </a:r>
              <a:endParaRPr lang="en-US" altLang="it-IT" sz="1200">
                <a:latin typeface="Arial" charset="0"/>
              </a:endParaRPr>
            </a:p>
          </p:txBody>
        </p:sp>
        <p:cxnSp>
          <p:nvCxnSpPr>
            <p:cNvPr id="14355" name="AutoShape 16"/>
            <p:cNvCxnSpPr>
              <a:cxnSpLocks noChangeShapeType="1"/>
              <a:stCxn id="14354" idx="2"/>
              <a:endCxn id="14353" idx="0"/>
            </p:cNvCxnSpPr>
            <p:nvPr/>
          </p:nvCxnSpPr>
          <p:spPr bwMode="auto">
            <a:xfrm rot="16200000" flipH="1">
              <a:off x="2757" y="3346"/>
              <a:ext cx="184" cy="16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56" name="AutoShape 17"/>
            <p:cNvSpPr>
              <a:spLocks noChangeArrowheads="1"/>
            </p:cNvSpPr>
            <p:nvPr/>
          </p:nvSpPr>
          <p:spPr bwMode="auto">
            <a:xfrm>
              <a:off x="3249" y="3430"/>
              <a:ext cx="91" cy="91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14357" name="AutoShape 18"/>
            <p:cNvSpPr>
              <a:spLocks noChangeArrowheads="1"/>
            </p:cNvSpPr>
            <p:nvPr/>
          </p:nvSpPr>
          <p:spPr bwMode="auto">
            <a:xfrm>
              <a:off x="3340" y="3612"/>
              <a:ext cx="91" cy="91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14358" name="AutoShape 19"/>
            <p:cNvSpPr>
              <a:spLocks noChangeArrowheads="1"/>
            </p:cNvSpPr>
            <p:nvPr/>
          </p:nvSpPr>
          <p:spPr bwMode="auto">
            <a:xfrm>
              <a:off x="3203" y="3838"/>
              <a:ext cx="91" cy="91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14359" name="Text Box 20"/>
            <p:cNvSpPr txBox="1">
              <a:spLocks noChangeArrowheads="1"/>
            </p:cNvSpPr>
            <p:nvPr/>
          </p:nvSpPr>
          <p:spPr bwMode="auto">
            <a:xfrm>
              <a:off x="3203" y="3702"/>
              <a:ext cx="18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endParaRPr lang="en-US" altLang="it-IT" sz="1000">
                <a:latin typeface="Arial" charset="0"/>
              </a:endParaRPr>
            </a:p>
          </p:txBody>
        </p:sp>
        <p:sp>
          <p:nvSpPr>
            <p:cNvPr id="14360" name="Text Box 21"/>
            <p:cNvSpPr txBox="1">
              <a:spLocks noChangeArrowheads="1"/>
            </p:cNvSpPr>
            <p:nvPr/>
          </p:nvSpPr>
          <p:spPr bwMode="auto">
            <a:xfrm>
              <a:off x="3385" y="3503"/>
              <a:ext cx="18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endParaRPr lang="en-US" altLang="it-IT" sz="1000">
                <a:latin typeface="Arial" charset="0"/>
              </a:endParaRPr>
            </a:p>
          </p:txBody>
        </p:sp>
        <p:sp>
          <p:nvSpPr>
            <p:cNvPr id="14361" name="Text Box 22"/>
            <p:cNvSpPr txBox="1">
              <a:spLocks noChangeArrowheads="1"/>
            </p:cNvSpPr>
            <p:nvPr/>
          </p:nvSpPr>
          <p:spPr bwMode="auto">
            <a:xfrm>
              <a:off x="3203" y="3294"/>
              <a:ext cx="18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 dirty="0">
                  <a:latin typeface="Arial" charset="0"/>
                </a:rPr>
                <a:t>m</a:t>
              </a:r>
              <a:endParaRPr lang="en-US" altLang="it-IT" sz="1000" dirty="0">
                <a:latin typeface="Arial" charset="0"/>
              </a:endParaRPr>
            </a:p>
          </p:txBody>
        </p:sp>
        <p:sp>
          <p:nvSpPr>
            <p:cNvPr id="14362" name="AutoShape 23"/>
            <p:cNvSpPr>
              <a:spLocks noChangeArrowheads="1"/>
            </p:cNvSpPr>
            <p:nvPr/>
          </p:nvSpPr>
          <p:spPr bwMode="auto">
            <a:xfrm>
              <a:off x="3521" y="3839"/>
              <a:ext cx="181" cy="181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14363" name="Text Box 24"/>
            <p:cNvSpPr txBox="1">
              <a:spLocks noChangeArrowheads="1"/>
            </p:cNvSpPr>
            <p:nvPr/>
          </p:nvSpPr>
          <p:spPr bwMode="auto">
            <a:xfrm>
              <a:off x="3385" y="3158"/>
              <a:ext cx="681" cy="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>
                  <a:latin typeface="Arial" charset="0"/>
                </a:rPr>
                <a:t>TOdeliver(m)</a:t>
              </a:r>
              <a:endParaRPr lang="en-US" altLang="it-IT" sz="1200">
                <a:latin typeface="Arial" charset="0"/>
              </a:endParaRPr>
            </a:p>
          </p:txBody>
        </p:sp>
        <p:cxnSp>
          <p:nvCxnSpPr>
            <p:cNvPr id="14364" name="AutoShape 25"/>
            <p:cNvCxnSpPr>
              <a:cxnSpLocks noChangeShapeType="1"/>
              <a:stCxn id="14363" idx="2"/>
              <a:endCxn id="14356" idx="3"/>
            </p:cNvCxnSpPr>
            <p:nvPr/>
          </p:nvCxnSpPr>
          <p:spPr bwMode="auto">
            <a:xfrm rot="5400000">
              <a:off x="3475" y="3202"/>
              <a:ext cx="116" cy="38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5" name="Text Box 26"/>
            <p:cNvSpPr txBox="1">
              <a:spLocks noChangeArrowheads="1"/>
            </p:cNvSpPr>
            <p:nvPr/>
          </p:nvSpPr>
          <p:spPr bwMode="auto">
            <a:xfrm>
              <a:off x="3930" y="3838"/>
              <a:ext cx="356" cy="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>
                  <a:latin typeface="Arial" charset="0"/>
                </a:rPr>
                <a:t>crash</a:t>
              </a:r>
              <a:endParaRPr lang="en-US" altLang="it-IT" sz="1200">
                <a:latin typeface="Arial" charset="0"/>
              </a:endParaRPr>
            </a:p>
          </p:txBody>
        </p:sp>
        <p:cxnSp>
          <p:nvCxnSpPr>
            <p:cNvPr id="14366" name="AutoShape 27"/>
            <p:cNvCxnSpPr>
              <a:cxnSpLocks noChangeShapeType="1"/>
              <a:stCxn id="14365" idx="1"/>
              <a:endCxn id="14362" idx="3"/>
            </p:cNvCxnSpPr>
            <p:nvPr/>
          </p:nvCxnSpPr>
          <p:spPr bwMode="auto">
            <a:xfrm rot="10800000" flipV="1">
              <a:off x="3702" y="3928"/>
              <a:ext cx="228" cy="2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7" name="Rectangle 28"/>
            <p:cNvSpPr>
              <a:spLocks noChangeArrowheads="1"/>
            </p:cNvSpPr>
            <p:nvPr/>
          </p:nvSpPr>
          <p:spPr bwMode="auto">
            <a:xfrm>
              <a:off x="2381" y="3067"/>
              <a:ext cx="1996" cy="10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</p:grpSp>
      <p:sp>
        <p:nvSpPr>
          <p:cNvPr id="14342" name="Oval 29"/>
          <p:cNvSpPr>
            <a:spLocks noChangeArrowheads="1"/>
          </p:cNvSpPr>
          <p:nvPr/>
        </p:nvSpPr>
        <p:spPr bwMode="auto">
          <a:xfrm>
            <a:off x="8239126" y="4725989"/>
            <a:ext cx="73025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cxnSp>
        <p:nvCxnSpPr>
          <p:cNvPr id="14343" name="AutoShape 30"/>
          <p:cNvCxnSpPr>
            <a:cxnSpLocks noChangeShapeType="1"/>
            <a:stCxn id="14367" idx="3"/>
            <a:endCxn id="14342" idx="2"/>
          </p:cNvCxnSpPr>
          <p:nvPr/>
        </p:nvCxnSpPr>
        <p:spPr bwMode="auto">
          <a:xfrm flipV="1">
            <a:off x="7591425" y="4762501"/>
            <a:ext cx="647700" cy="3587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4" name="Text Box 31"/>
          <p:cNvSpPr txBox="1">
            <a:spLocks noChangeArrowheads="1"/>
          </p:cNvSpPr>
          <p:nvPr/>
        </p:nvSpPr>
        <p:spPr bwMode="auto">
          <a:xfrm>
            <a:off x="8158163" y="4508500"/>
            <a:ext cx="234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200">
                <a:latin typeface="Arial" charset="0"/>
              </a:rPr>
              <a:t>r</a:t>
            </a:r>
            <a:endParaRPr lang="en-US" altLang="it-IT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26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dirty="0"/>
              <a:t>TO specifications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tabLst>
                <a:tab pos="255588" algn="l"/>
              </a:tabLst>
            </a:pPr>
            <a:r>
              <a:rPr lang="en-US" altLang="it-IT" sz="2400" dirty="0"/>
              <a:t>	Total order specifications are usually composed by four properties</a:t>
            </a:r>
          </a:p>
          <a:p>
            <a:pPr marL="0" indent="0" algn="just" eaLnBrk="1" hangingPunct="1">
              <a:lnSpc>
                <a:spcPct val="90000"/>
              </a:lnSpc>
              <a:buNone/>
              <a:tabLst>
                <a:tab pos="255588" algn="l"/>
              </a:tabLst>
            </a:pPr>
            <a:r>
              <a:rPr lang="en-US" altLang="it-IT" sz="2400" dirty="0"/>
              <a:t> </a:t>
            </a:r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A435B840-F6FC-CF49-8106-02A0E03D31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4471583"/>
              </p:ext>
            </p:extLst>
          </p:nvPr>
        </p:nvGraphicFramePr>
        <p:xfrm>
          <a:off x="1275113" y="2469782"/>
          <a:ext cx="8086058" cy="3399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261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it-IT" sz="2400" dirty="0"/>
              <a:t>Total Order Broadcast = TO(V,I,A,O)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V = Validity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I = Integrity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A = Agreement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O = Order</a:t>
            </a:r>
          </a:p>
          <a:p>
            <a:pPr lvl="1" eaLnBrk="1" hangingPunct="1">
              <a:lnSpc>
                <a:spcPct val="90000"/>
              </a:lnSpc>
            </a:pPr>
            <a:endParaRPr lang="en-US" altLang="it-IT" sz="2000" dirty="0"/>
          </a:p>
          <a:p>
            <a:pPr eaLnBrk="1" hangingPunct="1">
              <a:lnSpc>
                <a:spcPct val="90000"/>
              </a:lnSpc>
            </a:pPr>
            <a:r>
              <a:rPr lang="en-US" altLang="it-IT" sz="2400" dirty="0"/>
              <a:t>Distinct specifications arise from distinct formulations of each property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uniform vs non-uniform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A uniform property imposes restrictions on the behavior of (at least) correct processes</a:t>
            </a:r>
          </a:p>
        </p:txBody>
      </p:sp>
    </p:spTree>
    <p:extLst>
      <p:ext uri="{BB962C8B-B14F-4D97-AF65-F5344CB8AC3E}">
        <p14:creationId xmlns:p14="http://schemas.microsoft.com/office/powerpoint/2010/main" val="154604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829" y="1845734"/>
            <a:ext cx="8486776" cy="190686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it-IT" sz="2400" dirty="0"/>
              <a:t>Total Order Broadcast = TO(V,I,A,O)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V = Validity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I = Integrity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A = Agreement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000" dirty="0"/>
              <a:t>O = Order</a:t>
            </a:r>
          </a:p>
          <a:p>
            <a:pPr lvl="1" eaLnBrk="1" hangingPunct="1">
              <a:lnSpc>
                <a:spcPct val="90000"/>
              </a:lnSpc>
            </a:pPr>
            <a:endParaRPr lang="en-US" altLang="it-IT" sz="2000" dirty="0"/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F7CCEF5D-65AF-6546-8D38-AB236B6CB0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117714"/>
              </p:ext>
            </p:extLst>
          </p:nvPr>
        </p:nvGraphicFramePr>
        <p:xfrm>
          <a:off x="1412720" y="2508663"/>
          <a:ext cx="8486775" cy="42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841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it-IT" sz="2400" dirty="0"/>
              <a:t>Crash failure + Perfect channels </a:t>
            </a:r>
            <a:r>
              <a:rPr lang="en-US" altLang="it-IT" sz="2400" dirty="0">
                <a:sym typeface="Symbol" charset="2"/>
              </a:rPr>
              <a:t></a:t>
            </a:r>
            <a:r>
              <a:rPr lang="en-US" altLang="it-IT" sz="2400" dirty="0"/>
              <a:t> </a:t>
            </a:r>
          </a:p>
          <a:p>
            <a:pPr eaLnBrk="1" hangingPunct="1"/>
            <a:endParaRPr lang="en-US" altLang="it-IT" sz="2400" dirty="0"/>
          </a:p>
          <a:p>
            <a:pPr lvl="1" eaLnBrk="1" hangingPunct="1"/>
            <a:r>
              <a:rPr lang="en-US" altLang="it-IT" sz="2000" b="1" dirty="0"/>
              <a:t>NUV:</a:t>
            </a:r>
            <a:r>
              <a:rPr lang="en-US" altLang="it-IT" sz="2000" dirty="0"/>
              <a:t> if a correct process TOCAST a message m then some </a:t>
            </a:r>
            <a:r>
              <a:rPr lang="en-US" altLang="it-IT" sz="2000" i="1" dirty="0"/>
              <a:t>correct</a:t>
            </a:r>
            <a:r>
              <a:rPr lang="en-US" altLang="it-IT" sz="2000" dirty="0"/>
              <a:t> process will eventually deliver m</a:t>
            </a:r>
          </a:p>
          <a:p>
            <a:pPr lvl="1" eaLnBrk="1" hangingPunct="1"/>
            <a:endParaRPr lang="en-US" altLang="it-IT" sz="2000" dirty="0"/>
          </a:p>
          <a:p>
            <a:pPr lvl="1"/>
            <a:r>
              <a:rPr lang="en-US" altLang="it-IT" sz="2000" b="1" dirty="0"/>
              <a:t>UI</a:t>
            </a:r>
            <a:r>
              <a:rPr lang="en-US" altLang="it-IT" sz="2000" dirty="0"/>
              <a:t>: For any message m, every process p delivers m at most once and only if m was previously TOCAST by some (correct or not) process</a:t>
            </a:r>
          </a:p>
        </p:txBody>
      </p:sp>
    </p:spTree>
    <p:extLst>
      <p:ext uri="{BB962C8B-B14F-4D97-AF65-F5344CB8AC3E}">
        <p14:creationId xmlns:p14="http://schemas.microsoft.com/office/powerpoint/2010/main" val="107348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it-IT" sz="2800" dirty="0"/>
              <a:t>Total Order Broadcast = TO(V,I,A,O)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 dirty="0"/>
              <a:t>V = Validity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 dirty="0"/>
              <a:t>I = Integrity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 dirty="0"/>
              <a:t>A = Agreement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 dirty="0"/>
              <a:t>O = Order</a:t>
            </a:r>
          </a:p>
          <a:p>
            <a:pPr eaLnBrk="1" hangingPunct="1">
              <a:lnSpc>
                <a:spcPct val="90000"/>
              </a:lnSpc>
            </a:pPr>
            <a:endParaRPr lang="en-US" altLang="it-IT" sz="2800" dirty="0"/>
          </a:p>
          <a:p>
            <a:pPr eaLnBrk="1" hangingPunct="1">
              <a:lnSpc>
                <a:spcPct val="90000"/>
              </a:lnSpc>
            </a:pPr>
            <a:r>
              <a:rPr lang="en-US" altLang="it-IT" sz="2800" dirty="0"/>
              <a:t>Distinct specifications arise from distinct formulations of each property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 dirty="0"/>
              <a:t>uniform vs non-uniform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400" dirty="0"/>
              <a:t>A uniform property imposes restrictions on the behavior of (at least) correct processes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1106616" y="2068082"/>
            <a:ext cx="2098675" cy="742356"/>
          </a:xfrm>
          <a:prstGeom prst="rect">
            <a:avLst/>
          </a:prstGeom>
          <a:solidFill>
            <a:schemeClr val="accent1">
              <a:lumMod val="20000"/>
              <a:lumOff val="80000"/>
              <a:alpha val="92155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800" b="1">
                <a:latin typeface="Arial" charset="0"/>
              </a:rPr>
              <a:t>NUV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800" b="1">
                <a:latin typeface="Arial" charset="0"/>
              </a:rPr>
              <a:t>UI</a:t>
            </a:r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>
            <a:off x="1317311" y="3052553"/>
            <a:ext cx="180975" cy="269875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7830" name="Line 6"/>
          <p:cNvSpPr>
            <a:spLocks noChangeShapeType="1"/>
          </p:cNvSpPr>
          <p:nvPr/>
        </p:nvSpPr>
        <p:spPr bwMode="auto">
          <a:xfrm>
            <a:off x="1315471" y="2789531"/>
            <a:ext cx="180975" cy="269875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 flipH="1">
            <a:off x="1317311" y="3068638"/>
            <a:ext cx="180975" cy="269875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 flipH="1">
            <a:off x="1293561" y="2789531"/>
            <a:ext cx="180975" cy="269875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081464" y="2713599"/>
            <a:ext cx="2052637" cy="457200"/>
            <a:chOff x="2115" y="1702"/>
            <a:chExt cx="1293" cy="288"/>
          </a:xfrm>
        </p:grpSpPr>
        <p:sp>
          <p:nvSpPr>
            <p:cNvPr id="17418" name="AutoShape 10"/>
            <p:cNvSpPr>
              <a:spLocks noChangeArrowheads="1"/>
            </p:cNvSpPr>
            <p:nvPr/>
          </p:nvSpPr>
          <p:spPr bwMode="auto">
            <a:xfrm>
              <a:off x="2115" y="1763"/>
              <a:ext cx="396" cy="170"/>
            </a:xfrm>
            <a:prstGeom prst="rightArrow">
              <a:avLst>
                <a:gd name="adj1" fmla="val 50000"/>
                <a:gd name="adj2" fmla="val 58235"/>
              </a:avLst>
            </a:prstGeom>
            <a:solidFill>
              <a:srgbClr val="CC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2568" y="1702"/>
              <a:ext cx="8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2400">
                  <a:latin typeface="Arial" charset="0"/>
                </a:rPr>
                <a:t>TO(A,O)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49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animBg="1" autoUpdateAnimBg="0"/>
      <p:bldP spid="77829" grpId="0" animBg="1"/>
      <p:bldP spid="77830" grpId="0" animBg="1"/>
      <p:bldP spid="77831" grpId="0" animBg="1"/>
      <p:bldP spid="778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Agreement property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dirty="0">
                <a:ea typeface="Arial" charset="0"/>
                <a:cs typeface="Arial" charset="0"/>
              </a:rPr>
              <a:t>Uniform Agreement (UA)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925830" y="2582335"/>
            <a:ext cx="3803333" cy="1203853"/>
          </a:xfrm>
        </p:spPr>
        <p:txBody>
          <a:bodyPr>
            <a:normAutofit/>
          </a:bodyPr>
          <a:lstStyle/>
          <a:p>
            <a:pPr marL="201168" lvl="1" indent="0" algn="just">
              <a:buNone/>
            </a:pPr>
            <a:r>
              <a:rPr lang="en-US" altLang="it-IT" sz="2000" dirty="0">
                <a:ea typeface="Arial" charset="0"/>
                <a:cs typeface="Arial" charset="0"/>
              </a:rPr>
              <a:t>If a </a:t>
            </a:r>
            <a:r>
              <a:rPr lang="en-US" altLang="it-IT" sz="2000" u="sng" dirty="0">
                <a:ea typeface="Arial" charset="0"/>
                <a:cs typeface="Arial" charset="0"/>
              </a:rPr>
              <a:t>process (correct or not) </a:t>
            </a:r>
            <a:r>
              <a:rPr lang="en-US" altLang="it-IT" sz="2000" dirty="0" err="1">
                <a:ea typeface="Arial" charset="0"/>
                <a:cs typeface="Arial" charset="0"/>
              </a:rPr>
              <a:t>TODelivers</a:t>
            </a:r>
            <a:r>
              <a:rPr lang="en-US" altLang="it-IT" sz="2000" dirty="0">
                <a:ea typeface="Arial" charset="0"/>
                <a:cs typeface="Arial" charset="0"/>
              </a:rPr>
              <a:t> a message m, then </a:t>
            </a:r>
            <a:r>
              <a:rPr lang="en-US" altLang="it-IT" sz="2000" u="sng" dirty="0">
                <a:ea typeface="Arial" charset="0"/>
                <a:cs typeface="Arial" charset="0"/>
              </a:rPr>
              <a:t>all correct</a:t>
            </a:r>
            <a:r>
              <a:rPr lang="en-US" altLang="it-IT" sz="2000" dirty="0">
                <a:ea typeface="Arial" charset="0"/>
                <a:cs typeface="Arial" charset="0"/>
              </a:rPr>
              <a:t> processes will eventually </a:t>
            </a:r>
            <a:r>
              <a:rPr lang="en-US" altLang="it-IT" sz="2000" dirty="0" err="1">
                <a:ea typeface="Arial" charset="0"/>
                <a:cs typeface="Arial" charset="0"/>
              </a:rPr>
              <a:t>TODeliver</a:t>
            </a:r>
            <a:r>
              <a:rPr lang="en-US" altLang="it-IT" sz="2000" dirty="0">
                <a:ea typeface="Arial" charset="0"/>
                <a:cs typeface="Arial" charset="0"/>
              </a:rPr>
              <a:t> m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it-IT" dirty="0">
                <a:ea typeface="Arial" charset="0"/>
                <a:cs typeface="Arial" charset="0"/>
              </a:rPr>
              <a:t>Non-uniform Agreement (NUA)</a:t>
            </a:r>
            <a:endParaRPr lang="en-GB" dirty="0"/>
          </a:p>
        </p:txBody>
      </p:sp>
      <p:sp>
        <p:nvSpPr>
          <p:cNvPr id="2" name="Segnaposto contenuto 1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1203854"/>
          </a:xfrm>
        </p:spPr>
        <p:txBody>
          <a:bodyPr>
            <a:normAutofit/>
          </a:bodyPr>
          <a:lstStyle/>
          <a:p>
            <a:pPr algn="just"/>
            <a:r>
              <a:rPr lang="en-US" altLang="it-IT" dirty="0">
                <a:ea typeface="Arial" charset="0"/>
                <a:cs typeface="Arial" charset="0"/>
              </a:rPr>
              <a:t>If a </a:t>
            </a:r>
            <a:r>
              <a:rPr lang="en-US" altLang="it-IT" u="sng" dirty="0">
                <a:ea typeface="Arial" charset="0"/>
                <a:cs typeface="Arial" charset="0"/>
              </a:rPr>
              <a:t>correct process </a:t>
            </a:r>
            <a:r>
              <a:rPr lang="en-US" altLang="it-IT" dirty="0" err="1">
                <a:ea typeface="Arial" charset="0"/>
                <a:cs typeface="Arial" charset="0"/>
              </a:rPr>
              <a:t>TODelivers</a:t>
            </a:r>
            <a:r>
              <a:rPr lang="en-US" altLang="it-IT" dirty="0">
                <a:ea typeface="Arial" charset="0"/>
                <a:cs typeface="Arial" charset="0"/>
              </a:rPr>
              <a:t> a message m, then </a:t>
            </a:r>
            <a:r>
              <a:rPr lang="en-US" altLang="it-IT" u="sng" dirty="0">
                <a:ea typeface="Arial" charset="0"/>
                <a:cs typeface="Arial" charset="0"/>
              </a:rPr>
              <a:t>all correct  processes </a:t>
            </a:r>
            <a:r>
              <a:rPr lang="en-US" altLang="it-IT" dirty="0">
                <a:ea typeface="Arial" charset="0"/>
                <a:cs typeface="Arial" charset="0"/>
              </a:rPr>
              <a:t>will eventually </a:t>
            </a:r>
            <a:r>
              <a:rPr lang="en-US" altLang="it-IT" dirty="0" err="1">
                <a:ea typeface="Arial" charset="0"/>
                <a:cs typeface="Arial" charset="0"/>
              </a:rPr>
              <a:t>TODeliver</a:t>
            </a:r>
            <a:r>
              <a:rPr lang="en-US" altLang="it-IT" dirty="0">
                <a:ea typeface="Arial" charset="0"/>
                <a:cs typeface="Arial" charset="0"/>
              </a:rPr>
              <a:t> m</a:t>
            </a:r>
          </a:p>
          <a:p>
            <a:endParaRPr lang="en-GB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570937" y="4236137"/>
            <a:ext cx="7196559" cy="1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it-IT" dirty="0"/>
              <a:t>Constrains the set of delivered messages</a:t>
            </a:r>
          </a:p>
          <a:p>
            <a:pPr lvl="1" algn="ctr"/>
            <a:r>
              <a:rPr lang="en-US" altLang="it-IT" dirty="0"/>
              <a:t>Correct processes always deliver the same set of messages M</a:t>
            </a:r>
          </a:p>
          <a:p>
            <a:pPr lvl="1" algn="ctr"/>
            <a:r>
              <a:rPr lang="en-US" altLang="it-IT" dirty="0"/>
              <a:t>Each faulty process p delivers a set </a:t>
            </a:r>
            <a:r>
              <a:rPr lang="en-US" altLang="it-IT" dirty="0" err="1"/>
              <a:t>M</a:t>
            </a:r>
            <a:r>
              <a:rPr lang="en-US" altLang="it-IT" baseline="-25000" dirty="0" err="1"/>
              <a:t>p</a:t>
            </a:r>
            <a:endParaRPr lang="en-US" altLang="it-IT" baseline="-25000" dirty="0"/>
          </a:p>
          <a:p>
            <a:pPr lvl="2" algn="ctr"/>
            <a:r>
              <a:rPr lang="en-US" altLang="it-IT" dirty="0"/>
              <a:t>UA: </a:t>
            </a:r>
            <a:r>
              <a:rPr lang="en-US" altLang="it-IT" dirty="0" err="1"/>
              <a:t>M</a:t>
            </a:r>
            <a:r>
              <a:rPr lang="en-US" altLang="it-IT" baseline="-25000" dirty="0" err="1"/>
              <a:t>p</a:t>
            </a:r>
            <a:r>
              <a:rPr lang="en-US" altLang="it-IT" dirty="0"/>
              <a:t> </a:t>
            </a:r>
            <a:r>
              <a:rPr lang="en-US" altLang="it-IT" dirty="0">
                <a:sym typeface="Symbol" charset="2"/>
              </a:rPr>
              <a:t> </a:t>
            </a:r>
            <a:r>
              <a:rPr lang="en-US" altLang="it-IT" dirty="0"/>
              <a:t>M</a:t>
            </a:r>
          </a:p>
          <a:p>
            <a:pPr lvl="2" algn="ctr"/>
            <a:r>
              <a:rPr lang="en-US" altLang="it-IT" dirty="0"/>
              <a:t>NUA: </a:t>
            </a:r>
            <a:r>
              <a:rPr lang="en-US" altLang="it-IT" dirty="0" err="1"/>
              <a:t>M</a:t>
            </a:r>
            <a:r>
              <a:rPr lang="en-US" altLang="it-IT" baseline="-25000" dirty="0" err="1"/>
              <a:t>p</a:t>
            </a:r>
            <a:r>
              <a:rPr lang="en-US" altLang="it-IT" sz="2000" dirty="0"/>
              <a:t> </a:t>
            </a:r>
            <a:r>
              <a:rPr lang="en-US" altLang="it-IT" sz="2000" i="1" dirty="0"/>
              <a:t>can be</a:t>
            </a:r>
            <a:r>
              <a:rPr lang="en-US" altLang="it-IT" sz="2000" dirty="0"/>
              <a:t> </a:t>
            </a:r>
            <a:r>
              <a:rPr lang="en-US" altLang="it-IT" sz="2000" dirty="0" err="1"/>
              <a:t>s.t.</a:t>
            </a:r>
            <a:r>
              <a:rPr lang="en-US" altLang="it-IT" sz="2000" dirty="0"/>
              <a:t> </a:t>
            </a:r>
            <a:r>
              <a:rPr lang="en-US" altLang="it-IT" dirty="0" err="1"/>
              <a:t>M</a:t>
            </a:r>
            <a:r>
              <a:rPr lang="en-US" altLang="it-IT" baseline="-25000" dirty="0" err="1"/>
              <a:t>p</a:t>
            </a:r>
            <a:r>
              <a:rPr lang="en-US" altLang="it-IT" dirty="0"/>
              <a:t> </a:t>
            </a:r>
            <a:r>
              <a:rPr lang="en-US" altLang="it-IT" dirty="0">
                <a:ea typeface="Arial" charset="0"/>
                <a:cs typeface="Arial" charset="0"/>
              </a:rPr>
              <a:t>-</a:t>
            </a:r>
            <a:r>
              <a:rPr lang="en-US" altLang="it-IT" dirty="0"/>
              <a:t> M </a:t>
            </a:r>
            <a:r>
              <a:rPr lang="en-US" altLang="it-IT" sz="2000" dirty="0">
                <a:ea typeface="Arial" charset="0"/>
                <a:cs typeface="Arial" charset="0"/>
              </a:rPr>
              <a:t>≠ </a:t>
            </a:r>
            <a:r>
              <a:rPr lang="en-US" altLang="it-IT" sz="2000" dirty="0">
                <a:ea typeface="Arial" charset="0"/>
                <a:cs typeface="Arial" charset="0"/>
                <a:sym typeface="Symbol" charset="2"/>
              </a:rPr>
              <a:t></a:t>
            </a:r>
            <a:endParaRPr lang="en-US" altLang="it-IT" sz="2000" dirty="0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7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Agreement property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dirty="0">
                <a:ea typeface="Arial" charset="0"/>
                <a:cs typeface="Arial" charset="0"/>
              </a:rPr>
              <a:t>Uniform Agreement (UA) </a:t>
            </a:r>
          </a:p>
        </p:txBody>
      </p:sp>
      <p:sp>
        <p:nvSpPr>
          <p:cNvPr id="76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925830" y="2582335"/>
            <a:ext cx="3873183" cy="328676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01168" lvl="1" indent="0" algn="just">
              <a:buNone/>
            </a:pPr>
            <a:r>
              <a:rPr lang="en-US" altLang="it-IT" sz="2000" dirty="0">
                <a:ea typeface="Arial" charset="0"/>
                <a:cs typeface="Arial" charset="0"/>
              </a:rPr>
              <a:t>If a </a:t>
            </a:r>
            <a:r>
              <a:rPr lang="en-US" altLang="it-IT" sz="2000" u="sng" dirty="0">
                <a:ea typeface="Arial" charset="0"/>
                <a:cs typeface="Arial" charset="0"/>
              </a:rPr>
              <a:t>process (correct or not) </a:t>
            </a:r>
            <a:r>
              <a:rPr lang="en-US" altLang="it-IT" sz="2000" dirty="0" err="1">
                <a:ea typeface="Arial" charset="0"/>
                <a:cs typeface="Arial" charset="0"/>
              </a:rPr>
              <a:t>TODelivers</a:t>
            </a:r>
            <a:r>
              <a:rPr lang="en-US" altLang="it-IT" sz="2000" dirty="0">
                <a:ea typeface="Arial" charset="0"/>
                <a:cs typeface="Arial" charset="0"/>
              </a:rPr>
              <a:t> a message m, then </a:t>
            </a:r>
            <a:r>
              <a:rPr lang="en-US" altLang="it-IT" sz="2000" u="sng" dirty="0">
                <a:ea typeface="Arial" charset="0"/>
                <a:cs typeface="Arial" charset="0"/>
              </a:rPr>
              <a:t>all correct</a:t>
            </a:r>
            <a:r>
              <a:rPr lang="en-US" altLang="it-IT" sz="2000" dirty="0">
                <a:ea typeface="Arial" charset="0"/>
                <a:cs typeface="Arial" charset="0"/>
              </a:rPr>
              <a:t> processes will eventually </a:t>
            </a:r>
            <a:r>
              <a:rPr lang="en-US" altLang="it-IT" sz="2000" dirty="0" err="1">
                <a:ea typeface="Arial" charset="0"/>
                <a:cs typeface="Arial" charset="0"/>
              </a:rPr>
              <a:t>TODeliver</a:t>
            </a:r>
            <a:r>
              <a:rPr lang="en-US" altLang="it-IT" sz="2000" dirty="0">
                <a:ea typeface="Arial" charset="0"/>
                <a:cs typeface="Arial" charset="0"/>
              </a:rPr>
              <a:t> m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it-IT" dirty="0">
                <a:ea typeface="Arial" charset="0"/>
                <a:cs typeface="Arial" charset="0"/>
              </a:rPr>
              <a:t>Non-uniform Agreement (NUA)</a:t>
            </a:r>
            <a:endParaRPr lang="en-GB" dirty="0"/>
          </a:p>
        </p:txBody>
      </p:sp>
      <p:sp>
        <p:nvSpPr>
          <p:cNvPr id="78" name="Segnaposto contenuto 1"/>
          <p:cNvSpPr>
            <a:spLocks noGrp="1"/>
          </p:cNvSpPr>
          <p:nvPr>
            <p:ph sz="quarter" idx="4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algn="just"/>
            <a:r>
              <a:rPr lang="en-US" altLang="it-IT" dirty="0">
                <a:ea typeface="Arial" charset="0"/>
                <a:cs typeface="Arial" charset="0"/>
              </a:rPr>
              <a:t>If a </a:t>
            </a:r>
            <a:r>
              <a:rPr lang="en-US" altLang="it-IT" u="sng" dirty="0">
                <a:ea typeface="Arial" charset="0"/>
                <a:cs typeface="Arial" charset="0"/>
              </a:rPr>
              <a:t>correct process </a:t>
            </a:r>
            <a:r>
              <a:rPr lang="en-US" altLang="it-IT" dirty="0" err="1">
                <a:ea typeface="Arial" charset="0"/>
                <a:cs typeface="Arial" charset="0"/>
              </a:rPr>
              <a:t>TODelivers</a:t>
            </a:r>
            <a:r>
              <a:rPr lang="en-US" altLang="it-IT" dirty="0">
                <a:ea typeface="Arial" charset="0"/>
                <a:cs typeface="Arial" charset="0"/>
              </a:rPr>
              <a:t> a message m, then </a:t>
            </a:r>
            <a:r>
              <a:rPr lang="en-US" altLang="it-IT" u="sng" dirty="0">
                <a:ea typeface="Arial" charset="0"/>
                <a:cs typeface="Arial" charset="0"/>
              </a:rPr>
              <a:t>all correct  processes </a:t>
            </a:r>
            <a:r>
              <a:rPr lang="en-US" altLang="it-IT" dirty="0">
                <a:ea typeface="Arial" charset="0"/>
                <a:cs typeface="Arial" charset="0"/>
              </a:rPr>
              <a:t>will eventually </a:t>
            </a:r>
            <a:r>
              <a:rPr lang="en-US" altLang="it-IT" dirty="0" err="1">
                <a:ea typeface="Arial" charset="0"/>
                <a:cs typeface="Arial" charset="0"/>
              </a:rPr>
              <a:t>TODeliver</a:t>
            </a:r>
            <a:r>
              <a:rPr lang="en-US" altLang="it-IT" dirty="0">
                <a:ea typeface="Arial" charset="0"/>
                <a:cs typeface="Arial" charset="0"/>
              </a:rPr>
              <a:t> m</a:t>
            </a:r>
          </a:p>
          <a:p>
            <a:endParaRPr lang="en-GB" dirty="0"/>
          </a:p>
        </p:txBody>
      </p:sp>
      <p:sp>
        <p:nvSpPr>
          <p:cNvPr id="80900" name="Oval 4"/>
          <p:cNvSpPr>
            <a:spLocks noChangeArrowheads="1"/>
          </p:cNvSpPr>
          <p:nvPr/>
        </p:nvSpPr>
        <p:spPr bwMode="auto">
          <a:xfrm>
            <a:off x="6134100" y="5364163"/>
            <a:ext cx="630238" cy="4953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2689226" y="5434014"/>
            <a:ext cx="339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000">
                <a:latin typeface="Arial" charset="0"/>
              </a:rPr>
              <a:t>m</a:t>
            </a:r>
            <a:r>
              <a:rPr lang="it-IT" altLang="it-IT" sz="1000" baseline="-25000">
                <a:latin typeface="Arial" charset="0"/>
              </a:rPr>
              <a:t>2</a:t>
            </a:r>
          </a:p>
        </p:txBody>
      </p:sp>
      <p:sp>
        <p:nvSpPr>
          <p:cNvPr id="80902" name="Line 6"/>
          <p:cNvSpPr>
            <a:spLocks noChangeShapeType="1"/>
          </p:cNvSpPr>
          <p:nvPr/>
        </p:nvSpPr>
        <p:spPr bwMode="auto">
          <a:xfrm flipV="1">
            <a:off x="2668588" y="5364163"/>
            <a:ext cx="404812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 flipH="1" flipV="1">
            <a:off x="2668588" y="5408613"/>
            <a:ext cx="404812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68364" y="4419601"/>
            <a:ext cx="3779837" cy="1414463"/>
            <a:chOff x="187" y="2784"/>
            <a:chExt cx="2381" cy="891"/>
          </a:xfrm>
        </p:grpSpPr>
        <p:grpSp>
          <p:nvGrpSpPr>
            <p:cNvPr id="20523" name="Group 9"/>
            <p:cNvGrpSpPr>
              <a:grpSpLocks/>
            </p:cNvGrpSpPr>
            <p:nvPr/>
          </p:nvGrpSpPr>
          <p:grpSpPr bwMode="auto">
            <a:xfrm>
              <a:off x="555" y="2784"/>
              <a:ext cx="2013" cy="891"/>
              <a:chOff x="669" y="2784"/>
              <a:chExt cx="2013" cy="891"/>
            </a:xfrm>
          </p:grpSpPr>
          <p:sp>
            <p:nvSpPr>
              <p:cNvPr id="20525" name="Line 10"/>
              <p:cNvSpPr>
                <a:spLocks noChangeShapeType="1"/>
              </p:cNvSpPr>
              <p:nvPr/>
            </p:nvSpPr>
            <p:spPr bwMode="auto">
              <a:xfrm flipV="1">
                <a:off x="821" y="3049"/>
                <a:ext cx="17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26" name="Line 11"/>
              <p:cNvSpPr>
                <a:spLocks noChangeShapeType="1"/>
              </p:cNvSpPr>
              <p:nvPr/>
            </p:nvSpPr>
            <p:spPr bwMode="auto">
              <a:xfrm flipV="1">
                <a:off x="821" y="3327"/>
                <a:ext cx="17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27" name="Line 12"/>
              <p:cNvSpPr>
                <a:spLocks noChangeShapeType="1"/>
              </p:cNvSpPr>
              <p:nvPr/>
            </p:nvSpPr>
            <p:spPr bwMode="auto">
              <a:xfrm flipV="1">
                <a:off x="821" y="3606"/>
                <a:ext cx="17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28" name="AutoShape 13"/>
              <p:cNvSpPr>
                <a:spLocks noChangeArrowheads="1"/>
              </p:cNvSpPr>
              <p:nvPr/>
            </p:nvSpPr>
            <p:spPr bwMode="auto">
              <a:xfrm>
                <a:off x="1799" y="3495"/>
                <a:ext cx="94" cy="111"/>
              </a:xfrm>
              <a:prstGeom prst="upArrow">
                <a:avLst>
                  <a:gd name="adj1" fmla="val 50000"/>
                  <a:gd name="adj2" fmla="val 29521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29" name="Text Box 14"/>
              <p:cNvSpPr txBox="1">
                <a:spLocks noChangeArrowheads="1"/>
              </p:cNvSpPr>
              <p:nvPr/>
            </p:nvSpPr>
            <p:spPr bwMode="auto">
              <a:xfrm>
                <a:off x="1752" y="3332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4</a:t>
                </a:r>
              </a:p>
            </p:txBody>
          </p:sp>
          <p:sp>
            <p:nvSpPr>
              <p:cNvPr id="20530" name="Text Box 15"/>
              <p:cNvSpPr txBox="1">
                <a:spLocks noChangeArrowheads="1"/>
              </p:cNvSpPr>
              <p:nvPr/>
            </p:nvSpPr>
            <p:spPr bwMode="auto">
              <a:xfrm>
                <a:off x="669" y="2925"/>
                <a:ext cx="1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p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31" name="Text Box 16"/>
              <p:cNvSpPr txBox="1">
                <a:spLocks noChangeArrowheads="1"/>
              </p:cNvSpPr>
              <p:nvPr/>
            </p:nvSpPr>
            <p:spPr bwMode="auto">
              <a:xfrm>
                <a:off x="669" y="3222"/>
                <a:ext cx="1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p</a:t>
                </a:r>
                <a:r>
                  <a:rPr lang="it-IT" altLang="it-IT" sz="1000" baseline="-25000">
                    <a:latin typeface="Arial" charset="0"/>
                  </a:rPr>
                  <a:t>2</a:t>
                </a:r>
              </a:p>
            </p:txBody>
          </p:sp>
          <p:sp>
            <p:nvSpPr>
              <p:cNvPr id="20532" name="Text Box 17"/>
              <p:cNvSpPr txBox="1">
                <a:spLocks noChangeArrowheads="1"/>
              </p:cNvSpPr>
              <p:nvPr/>
            </p:nvSpPr>
            <p:spPr bwMode="auto">
              <a:xfrm>
                <a:off x="669" y="3504"/>
                <a:ext cx="1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p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33" name="AutoShape 18"/>
              <p:cNvSpPr>
                <a:spLocks noChangeArrowheads="1"/>
              </p:cNvSpPr>
              <p:nvPr/>
            </p:nvSpPr>
            <p:spPr bwMode="auto">
              <a:xfrm>
                <a:off x="1346" y="2938"/>
                <a:ext cx="93" cy="111"/>
              </a:xfrm>
              <a:prstGeom prst="upArrow">
                <a:avLst>
                  <a:gd name="adj1" fmla="val 50000"/>
                  <a:gd name="adj2" fmla="val 29839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34" name="Text Box 19"/>
              <p:cNvSpPr txBox="1">
                <a:spLocks noChangeArrowheads="1"/>
              </p:cNvSpPr>
              <p:nvPr/>
            </p:nvSpPr>
            <p:spPr bwMode="auto">
              <a:xfrm>
                <a:off x="1298" y="280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2</a:t>
                </a:r>
              </a:p>
            </p:txBody>
          </p:sp>
          <p:sp>
            <p:nvSpPr>
              <p:cNvPr id="20535" name="AutoShape 20"/>
              <p:cNvSpPr>
                <a:spLocks noChangeArrowheads="1"/>
              </p:cNvSpPr>
              <p:nvPr/>
            </p:nvSpPr>
            <p:spPr bwMode="auto">
              <a:xfrm>
                <a:off x="1046" y="2938"/>
                <a:ext cx="93" cy="111"/>
              </a:xfrm>
              <a:prstGeom prst="upArrow">
                <a:avLst>
                  <a:gd name="adj1" fmla="val 50000"/>
                  <a:gd name="adj2" fmla="val 29839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36" name="Text Box 21"/>
              <p:cNvSpPr txBox="1">
                <a:spLocks noChangeArrowheads="1"/>
              </p:cNvSpPr>
              <p:nvPr/>
            </p:nvSpPr>
            <p:spPr bwMode="auto">
              <a:xfrm>
                <a:off x="999" y="279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4</a:t>
                </a:r>
              </a:p>
            </p:txBody>
          </p:sp>
          <p:sp>
            <p:nvSpPr>
              <p:cNvPr id="20537" name="AutoShape 22"/>
              <p:cNvSpPr>
                <a:spLocks noChangeArrowheads="1"/>
              </p:cNvSpPr>
              <p:nvPr/>
            </p:nvSpPr>
            <p:spPr bwMode="auto">
              <a:xfrm>
                <a:off x="951" y="3216"/>
                <a:ext cx="93" cy="111"/>
              </a:xfrm>
              <a:prstGeom prst="upArrow">
                <a:avLst>
                  <a:gd name="adj1" fmla="val 50000"/>
                  <a:gd name="adj2" fmla="val 29839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38" name="Text Box 23"/>
              <p:cNvSpPr txBox="1">
                <a:spLocks noChangeArrowheads="1"/>
              </p:cNvSpPr>
              <p:nvPr/>
            </p:nvSpPr>
            <p:spPr bwMode="auto">
              <a:xfrm>
                <a:off x="904" y="3072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39" name="AutoShape 24"/>
              <p:cNvSpPr>
                <a:spLocks noChangeArrowheads="1"/>
              </p:cNvSpPr>
              <p:nvPr/>
            </p:nvSpPr>
            <p:spPr bwMode="auto">
              <a:xfrm>
                <a:off x="1035" y="3490"/>
                <a:ext cx="93" cy="111"/>
              </a:xfrm>
              <a:prstGeom prst="upArrow">
                <a:avLst>
                  <a:gd name="adj1" fmla="val 50000"/>
                  <a:gd name="adj2" fmla="val 29839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40" name="Text Box 25"/>
              <p:cNvSpPr txBox="1">
                <a:spLocks noChangeArrowheads="1"/>
              </p:cNvSpPr>
              <p:nvPr/>
            </p:nvSpPr>
            <p:spPr bwMode="auto">
              <a:xfrm>
                <a:off x="988" y="3350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41" name="AutoShape 26"/>
              <p:cNvSpPr>
                <a:spLocks noChangeArrowheads="1"/>
              </p:cNvSpPr>
              <p:nvPr/>
            </p:nvSpPr>
            <p:spPr bwMode="auto">
              <a:xfrm>
                <a:off x="1894" y="3216"/>
                <a:ext cx="94" cy="111"/>
              </a:xfrm>
              <a:prstGeom prst="upArrow">
                <a:avLst>
                  <a:gd name="adj1" fmla="val 50000"/>
                  <a:gd name="adj2" fmla="val 29521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42" name="Text Box 27"/>
              <p:cNvSpPr txBox="1">
                <a:spLocks noChangeArrowheads="1"/>
              </p:cNvSpPr>
              <p:nvPr/>
            </p:nvSpPr>
            <p:spPr bwMode="auto">
              <a:xfrm>
                <a:off x="1847" y="3059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43" name="AutoShape 28"/>
              <p:cNvSpPr>
                <a:spLocks noChangeArrowheads="1"/>
              </p:cNvSpPr>
              <p:nvPr/>
            </p:nvSpPr>
            <p:spPr bwMode="auto">
              <a:xfrm>
                <a:off x="1799" y="2938"/>
                <a:ext cx="94" cy="111"/>
              </a:xfrm>
              <a:prstGeom prst="upArrow">
                <a:avLst>
                  <a:gd name="adj1" fmla="val 50000"/>
                  <a:gd name="adj2" fmla="val 29521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44" name="Text Box 29"/>
              <p:cNvSpPr txBox="1">
                <a:spLocks noChangeArrowheads="1"/>
              </p:cNvSpPr>
              <p:nvPr/>
            </p:nvSpPr>
            <p:spPr bwMode="auto">
              <a:xfrm>
                <a:off x="1752" y="278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45" name="AutoShape 30"/>
              <p:cNvSpPr>
                <a:spLocks noChangeArrowheads="1"/>
              </p:cNvSpPr>
              <p:nvPr/>
            </p:nvSpPr>
            <p:spPr bwMode="auto">
              <a:xfrm>
                <a:off x="2144" y="3495"/>
                <a:ext cx="94" cy="111"/>
              </a:xfrm>
              <a:prstGeom prst="upArrow">
                <a:avLst>
                  <a:gd name="adj1" fmla="val 50000"/>
                  <a:gd name="adj2" fmla="val 29521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46" name="Text Box 31"/>
              <p:cNvSpPr txBox="1">
                <a:spLocks noChangeArrowheads="1"/>
              </p:cNvSpPr>
              <p:nvPr/>
            </p:nvSpPr>
            <p:spPr bwMode="auto">
              <a:xfrm>
                <a:off x="2097" y="3332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47" name="AutoShape 32"/>
              <p:cNvSpPr>
                <a:spLocks noChangeArrowheads="1"/>
              </p:cNvSpPr>
              <p:nvPr/>
            </p:nvSpPr>
            <p:spPr bwMode="auto">
              <a:xfrm>
                <a:off x="2228" y="3216"/>
                <a:ext cx="94" cy="111"/>
              </a:xfrm>
              <a:prstGeom prst="upArrow">
                <a:avLst>
                  <a:gd name="adj1" fmla="val 50000"/>
                  <a:gd name="adj2" fmla="val 29521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48" name="Text Box 33"/>
              <p:cNvSpPr txBox="1">
                <a:spLocks noChangeArrowheads="1"/>
              </p:cNvSpPr>
              <p:nvPr/>
            </p:nvSpPr>
            <p:spPr bwMode="auto">
              <a:xfrm>
                <a:off x="2181" y="3059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4</a:t>
                </a:r>
              </a:p>
            </p:txBody>
          </p:sp>
          <p:sp>
            <p:nvSpPr>
              <p:cNvPr id="20549" name="AutoShape 34"/>
              <p:cNvSpPr>
                <a:spLocks noChangeArrowheads="1"/>
              </p:cNvSpPr>
              <p:nvPr/>
            </p:nvSpPr>
            <p:spPr bwMode="auto">
              <a:xfrm>
                <a:off x="2133" y="2938"/>
                <a:ext cx="94" cy="111"/>
              </a:xfrm>
              <a:prstGeom prst="upArrow">
                <a:avLst>
                  <a:gd name="adj1" fmla="val 50000"/>
                  <a:gd name="adj2" fmla="val 29521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50" name="Text Box 35"/>
              <p:cNvSpPr txBox="1">
                <a:spLocks noChangeArrowheads="1"/>
              </p:cNvSpPr>
              <p:nvPr/>
            </p:nvSpPr>
            <p:spPr bwMode="auto">
              <a:xfrm>
                <a:off x="2086" y="278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51" name="AutoShape 36"/>
              <p:cNvSpPr>
                <a:spLocks noChangeArrowheads="1"/>
              </p:cNvSpPr>
              <p:nvPr/>
            </p:nvSpPr>
            <p:spPr bwMode="auto">
              <a:xfrm>
                <a:off x="2491" y="3527"/>
                <a:ext cx="191" cy="148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52" name="AutoShape 37"/>
              <p:cNvSpPr>
                <a:spLocks noChangeArrowheads="1"/>
              </p:cNvSpPr>
              <p:nvPr/>
            </p:nvSpPr>
            <p:spPr bwMode="auto">
              <a:xfrm>
                <a:off x="1336" y="3218"/>
                <a:ext cx="94" cy="112"/>
              </a:xfrm>
              <a:prstGeom prst="upArrow">
                <a:avLst>
                  <a:gd name="adj1" fmla="val 50000"/>
                  <a:gd name="adj2" fmla="val 29787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53" name="Text Box 38"/>
              <p:cNvSpPr txBox="1">
                <a:spLocks noChangeArrowheads="1"/>
              </p:cNvSpPr>
              <p:nvPr/>
            </p:nvSpPr>
            <p:spPr bwMode="auto">
              <a:xfrm>
                <a:off x="1289" y="3085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2</a:t>
                </a:r>
              </a:p>
            </p:txBody>
          </p:sp>
        </p:grpSp>
        <p:sp>
          <p:nvSpPr>
            <p:cNvPr id="20524" name="Text Box 39"/>
            <p:cNvSpPr txBox="1">
              <a:spLocks noChangeArrowheads="1"/>
            </p:cNvSpPr>
            <p:nvPr/>
          </p:nvSpPr>
          <p:spPr bwMode="auto">
            <a:xfrm>
              <a:off x="187" y="3209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800" b="1">
                  <a:latin typeface="Arial" charset="0"/>
                </a:rPr>
                <a:t>UA</a:t>
              </a:r>
              <a:endParaRPr lang="en-US" altLang="it-IT" sz="1800" b="1">
                <a:latin typeface="Arial" charset="0"/>
              </a:endParaRPr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5187951" y="4419601"/>
            <a:ext cx="4056063" cy="1439863"/>
            <a:chOff x="2908" y="2784"/>
            <a:chExt cx="2555" cy="907"/>
          </a:xfrm>
        </p:grpSpPr>
        <p:grpSp>
          <p:nvGrpSpPr>
            <p:cNvPr id="20490" name="Group 41"/>
            <p:cNvGrpSpPr>
              <a:grpSpLocks/>
            </p:cNvGrpSpPr>
            <p:nvPr/>
          </p:nvGrpSpPr>
          <p:grpSpPr bwMode="auto">
            <a:xfrm>
              <a:off x="2908" y="2784"/>
              <a:ext cx="2008" cy="907"/>
              <a:chOff x="3249" y="2784"/>
              <a:chExt cx="2008" cy="907"/>
            </a:xfrm>
          </p:grpSpPr>
          <p:sp>
            <p:nvSpPr>
              <p:cNvPr id="20492" name="Line 42"/>
              <p:cNvSpPr>
                <a:spLocks noChangeShapeType="1"/>
              </p:cNvSpPr>
              <p:nvPr/>
            </p:nvSpPr>
            <p:spPr bwMode="auto">
              <a:xfrm flipV="1">
                <a:off x="3401" y="3054"/>
                <a:ext cx="17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3" name="Line 43"/>
              <p:cNvSpPr>
                <a:spLocks noChangeShapeType="1"/>
              </p:cNvSpPr>
              <p:nvPr/>
            </p:nvSpPr>
            <p:spPr bwMode="auto">
              <a:xfrm flipV="1">
                <a:off x="3401" y="3337"/>
                <a:ext cx="17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4" name="Line 44"/>
              <p:cNvSpPr>
                <a:spLocks noChangeShapeType="1"/>
              </p:cNvSpPr>
              <p:nvPr/>
            </p:nvSpPr>
            <p:spPr bwMode="auto">
              <a:xfrm flipV="1">
                <a:off x="3401" y="3621"/>
                <a:ext cx="17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5" name="AutoShape 45"/>
              <p:cNvSpPr>
                <a:spLocks noChangeArrowheads="1"/>
              </p:cNvSpPr>
              <p:nvPr/>
            </p:nvSpPr>
            <p:spPr bwMode="auto">
              <a:xfrm>
                <a:off x="4376" y="3508"/>
                <a:ext cx="94" cy="113"/>
              </a:xfrm>
              <a:prstGeom prst="upArrow">
                <a:avLst>
                  <a:gd name="adj1" fmla="val 50000"/>
                  <a:gd name="adj2" fmla="val 30053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496" name="Text Box 46"/>
              <p:cNvSpPr txBox="1">
                <a:spLocks noChangeArrowheads="1"/>
              </p:cNvSpPr>
              <p:nvPr/>
            </p:nvSpPr>
            <p:spPr bwMode="auto">
              <a:xfrm>
                <a:off x="4329" y="3342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4</a:t>
                </a:r>
              </a:p>
            </p:txBody>
          </p:sp>
          <p:sp>
            <p:nvSpPr>
              <p:cNvPr id="20497" name="Text Box 47"/>
              <p:cNvSpPr txBox="1">
                <a:spLocks noChangeArrowheads="1"/>
              </p:cNvSpPr>
              <p:nvPr/>
            </p:nvSpPr>
            <p:spPr bwMode="auto">
              <a:xfrm>
                <a:off x="3249" y="2927"/>
                <a:ext cx="1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p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498" name="Text Box 48"/>
              <p:cNvSpPr txBox="1">
                <a:spLocks noChangeArrowheads="1"/>
              </p:cNvSpPr>
              <p:nvPr/>
            </p:nvSpPr>
            <p:spPr bwMode="auto">
              <a:xfrm>
                <a:off x="3249" y="3230"/>
                <a:ext cx="1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p</a:t>
                </a:r>
                <a:r>
                  <a:rPr lang="it-IT" altLang="it-IT" sz="1000" baseline="-25000">
                    <a:latin typeface="Arial" charset="0"/>
                  </a:rPr>
                  <a:t>2</a:t>
                </a:r>
              </a:p>
            </p:txBody>
          </p:sp>
          <p:sp>
            <p:nvSpPr>
              <p:cNvPr id="20499" name="Text Box 49"/>
              <p:cNvSpPr txBox="1">
                <a:spLocks noChangeArrowheads="1"/>
              </p:cNvSpPr>
              <p:nvPr/>
            </p:nvSpPr>
            <p:spPr bwMode="auto">
              <a:xfrm>
                <a:off x="3249" y="3517"/>
                <a:ext cx="19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p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00" name="AutoShape 50"/>
              <p:cNvSpPr>
                <a:spLocks noChangeArrowheads="1"/>
              </p:cNvSpPr>
              <p:nvPr/>
            </p:nvSpPr>
            <p:spPr bwMode="auto">
              <a:xfrm>
                <a:off x="3924" y="2941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01" name="Text Box 51"/>
              <p:cNvSpPr txBox="1">
                <a:spLocks noChangeArrowheads="1"/>
              </p:cNvSpPr>
              <p:nvPr/>
            </p:nvSpPr>
            <p:spPr bwMode="auto">
              <a:xfrm>
                <a:off x="3877" y="2805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2</a:t>
                </a:r>
              </a:p>
            </p:txBody>
          </p:sp>
          <p:sp>
            <p:nvSpPr>
              <p:cNvPr id="20502" name="AutoShape 52"/>
              <p:cNvSpPr>
                <a:spLocks noChangeArrowheads="1"/>
              </p:cNvSpPr>
              <p:nvPr/>
            </p:nvSpPr>
            <p:spPr bwMode="auto">
              <a:xfrm>
                <a:off x="3625" y="2941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03" name="Text Box 53"/>
              <p:cNvSpPr txBox="1">
                <a:spLocks noChangeArrowheads="1"/>
              </p:cNvSpPr>
              <p:nvPr/>
            </p:nvSpPr>
            <p:spPr bwMode="auto">
              <a:xfrm>
                <a:off x="3578" y="279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4</a:t>
                </a:r>
              </a:p>
            </p:txBody>
          </p:sp>
          <p:sp>
            <p:nvSpPr>
              <p:cNvPr id="20504" name="AutoShape 54"/>
              <p:cNvSpPr>
                <a:spLocks noChangeArrowheads="1"/>
              </p:cNvSpPr>
              <p:nvPr/>
            </p:nvSpPr>
            <p:spPr bwMode="auto">
              <a:xfrm>
                <a:off x="3530" y="3224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05" name="Text Box 55"/>
              <p:cNvSpPr txBox="1">
                <a:spLocks noChangeArrowheads="1"/>
              </p:cNvSpPr>
              <p:nvPr/>
            </p:nvSpPr>
            <p:spPr bwMode="auto">
              <a:xfrm>
                <a:off x="3483" y="3077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06" name="AutoShape 56"/>
              <p:cNvSpPr>
                <a:spLocks noChangeArrowheads="1"/>
              </p:cNvSpPr>
              <p:nvPr/>
            </p:nvSpPr>
            <p:spPr bwMode="auto">
              <a:xfrm>
                <a:off x="3614" y="3503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07" name="Text Box 57"/>
              <p:cNvSpPr txBox="1">
                <a:spLocks noChangeArrowheads="1"/>
              </p:cNvSpPr>
              <p:nvPr/>
            </p:nvSpPr>
            <p:spPr bwMode="auto">
              <a:xfrm>
                <a:off x="3567" y="3360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08" name="AutoShape 58"/>
              <p:cNvSpPr>
                <a:spLocks noChangeArrowheads="1"/>
              </p:cNvSpPr>
              <p:nvPr/>
            </p:nvSpPr>
            <p:spPr bwMode="auto">
              <a:xfrm>
                <a:off x="4471" y="3224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09" name="Text Box 59"/>
              <p:cNvSpPr txBox="1">
                <a:spLocks noChangeArrowheads="1"/>
              </p:cNvSpPr>
              <p:nvPr/>
            </p:nvSpPr>
            <p:spPr bwMode="auto">
              <a:xfrm>
                <a:off x="4424" y="306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10" name="AutoShape 60"/>
              <p:cNvSpPr>
                <a:spLocks noChangeArrowheads="1"/>
              </p:cNvSpPr>
              <p:nvPr/>
            </p:nvSpPr>
            <p:spPr bwMode="auto">
              <a:xfrm>
                <a:off x="4376" y="2941"/>
                <a:ext cx="94" cy="113"/>
              </a:xfrm>
              <a:prstGeom prst="upArrow">
                <a:avLst>
                  <a:gd name="adj1" fmla="val 50000"/>
                  <a:gd name="adj2" fmla="val 30053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11" name="Text Box 61"/>
              <p:cNvSpPr txBox="1">
                <a:spLocks noChangeArrowheads="1"/>
              </p:cNvSpPr>
              <p:nvPr/>
            </p:nvSpPr>
            <p:spPr bwMode="auto">
              <a:xfrm>
                <a:off x="4329" y="278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12" name="AutoShape 62"/>
              <p:cNvSpPr>
                <a:spLocks noChangeArrowheads="1"/>
              </p:cNvSpPr>
              <p:nvPr/>
            </p:nvSpPr>
            <p:spPr bwMode="auto">
              <a:xfrm>
                <a:off x="4721" y="3508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13" name="Text Box 63"/>
              <p:cNvSpPr txBox="1">
                <a:spLocks noChangeArrowheads="1"/>
              </p:cNvSpPr>
              <p:nvPr/>
            </p:nvSpPr>
            <p:spPr bwMode="auto">
              <a:xfrm>
                <a:off x="4674" y="3342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3</a:t>
                </a:r>
              </a:p>
            </p:txBody>
          </p:sp>
          <p:sp>
            <p:nvSpPr>
              <p:cNvPr id="20514" name="AutoShape 64"/>
              <p:cNvSpPr>
                <a:spLocks noChangeArrowheads="1"/>
              </p:cNvSpPr>
              <p:nvPr/>
            </p:nvSpPr>
            <p:spPr bwMode="auto">
              <a:xfrm>
                <a:off x="4805" y="3224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15" name="Text Box 65"/>
              <p:cNvSpPr txBox="1">
                <a:spLocks noChangeArrowheads="1"/>
              </p:cNvSpPr>
              <p:nvPr/>
            </p:nvSpPr>
            <p:spPr bwMode="auto">
              <a:xfrm>
                <a:off x="4758" y="306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4</a:t>
                </a:r>
              </a:p>
            </p:txBody>
          </p:sp>
          <p:sp>
            <p:nvSpPr>
              <p:cNvPr id="20516" name="AutoShape 66"/>
              <p:cNvSpPr>
                <a:spLocks noChangeArrowheads="1"/>
              </p:cNvSpPr>
              <p:nvPr/>
            </p:nvSpPr>
            <p:spPr bwMode="auto">
              <a:xfrm>
                <a:off x="4710" y="2941"/>
                <a:ext cx="93" cy="113"/>
              </a:xfrm>
              <a:prstGeom prst="upArrow">
                <a:avLst>
                  <a:gd name="adj1" fmla="val 50000"/>
                  <a:gd name="adj2" fmla="val 3037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17" name="Text Box 67"/>
              <p:cNvSpPr txBox="1">
                <a:spLocks noChangeArrowheads="1"/>
              </p:cNvSpPr>
              <p:nvPr/>
            </p:nvSpPr>
            <p:spPr bwMode="auto">
              <a:xfrm>
                <a:off x="4663" y="278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1</a:t>
                </a:r>
              </a:p>
            </p:txBody>
          </p:sp>
          <p:sp>
            <p:nvSpPr>
              <p:cNvPr id="20518" name="AutoShape 68"/>
              <p:cNvSpPr>
                <a:spLocks noChangeArrowheads="1"/>
              </p:cNvSpPr>
              <p:nvPr/>
            </p:nvSpPr>
            <p:spPr bwMode="auto">
              <a:xfrm>
                <a:off x="5066" y="3540"/>
                <a:ext cx="191" cy="151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19" name="AutoShape 69"/>
              <p:cNvSpPr>
                <a:spLocks noChangeArrowheads="1"/>
              </p:cNvSpPr>
              <p:nvPr/>
            </p:nvSpPr>
            <p:spPr bwMode="auto">
              <a:xfrm>
                <a:off x="3915" y="3226"/>
                <a:ext cx="93" cy="114"/>
              </a:xfrm>
              <a:prstGeom prst="upArrow">
                <a:avLst>
                  <a:gd name="adj1" fmla="val 50000"/>
                  <a:gd name="adj2" fmla="val 30645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20" name="Text Box 70"/>
              <p:cNvSpPr txBox="1">
                <a:spLocks noChangeArrowheads="1"/>
              </p:cNvSpPr>
              <p:nvPr/>
            </p:nvSpPr>
            <p:spPr bwMode="auto">
              <a:xfrm>
                <a:off x="3868" y="3090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2</a:t>
                </a:r>
              </a:p>
            </p:txBody>
          </p:sp>
          <p:sp>
            <p:nvSpPr>
              <p:cNvPr id="20521" name="AutoShape 71"/>
              <p:cNvSpPr>
                <a:spLocks noChangeArrowheads="1"/>
              </p:cNvSpPr>
              <p:nvPr/>
            </p:nvSpPr>
            <p:spPr bwMode="auto">
              <a:xfrm>
                <a:off x="3999" y="3515"/>
                <a:ext cx="94" cy="114"/>
              </a:xfrm>
              <a:prstGeom prst="upArrow">
                <a:avLst>
                  <a:gd name="adj1" fmla="val 50000"/>
                  <a:gd name="adj2" fmla="val 30319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it-IT" altLang="it-IT" sz="1800">
                  <a:latin typeface="Arial" charset="0"/>
                </a:endParaRPr>
              </a:p>
            </p:txBody>
          </p:sp>
          <p:sp>
            <p:nvSpPr>
              <p:cNvPr id="20522" name="Text Box 72"/>
              <p:cNvSpPr txBox="1">
                <a:spLocks noChangeArrowheads="1"/>
              </p:cNvSpPr>
              <p:nvPr/>
            </p:nvSpPr>
            <p:spPr bwMode="auto">
              <a:xfrm>
                <a:off x="3952" y="3364"/>
                <a:ext cx="21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it-IT" altLang="it-IT" sz="1000">
                    <a:latin typeface="Arial" charset="0"/>
                  </a:rPr>
                  <a:t>m</a:t>
                </a:r>
                <a:r>
                  <a:rPr lang="it-IT" altLang="it-IT" sz="1000" baseline="-25000">
                    <a:latin typeface="Arial" charset="0"/>
                  </a:rPr>
                  <a:t>5</a:t>
                </a:r>
              </a:p>
            </p:txBody>
          </p:sp>
        </p:grpSp>
        <p:sp>
          <p:nvSpPr>
            <p:cNvPr id="20491" name="Text Box 73"/>
            <p:cNvSpPr txBox="1">
              <a:spLocks noChangeArrowheads="1"/>
            </p:cNvSpPr>
            <p:nvPr/>
          </p:nvSpPr>
          <p:spPr bwMode="auto">
            <a:xfrm>
              <a:off x="5035" y="3205"/>
              <a:ext cx="4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800" b="1">
                  <a:latin typeface="Arial" charset="0"/>
                </a:rPr>
                <a:t>NUA</a:t>
              </a:r>
              <a:endParaRPr lang="en-US" altLang="it-IT" sz="1800" b="1">
                <a:latin typeface="Arial" charset="0"/>
              </a:endParaRPr>
            </a:p>
          </p:txBody>
        </p:sp>
      </p:grpSp>
      <p:sp>
        <p:nvSpPr>
          <p:cNvPr id="75" name="Segnaposto testo 2"/>
          <p:cNvSpPr txBox="1">
            <a:spLocks/>
          </p:cNvSpPr>
          <p:nvPr/>
        </p:nvSpPr>
        <p:spPr>
          <a:xfrm>
            <a:off x="925830" y="1846052"/>
            <a:ext cx="4166235" cy="7362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it-IT" dirty="0">
              <a:ea typeface="Arial" charset="0"/>
              <a:cs typeface="Arial" charset="0"/>
            </a:endParaRPr>
          </a:p>
        </p:txBody>
      </p:sp>
      <p:sp>
        <p:nvSpPr>
          <p:cNvPr id="77" name="Segnaposto testo 3"/>
          <p:cNvSpPr txBox="1">
            <a:spLocks/>
          </p:cNvSpPr>
          <p:nvPr/>
        </p:nvSpPr>
        <p:spPr>
          <a:xfrm>
            <a:off x="5246370" y="1846052"/>
            <a:ext cx="4166235" cy="73628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520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Ordering Property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Strong Uniform Total Order (SUTO)</a:t>
            </a:r>
          </a:p>
        </p:txBody>
      </p:sp>
      <p:sp>
        <p:nvSpPr>
          <p:cNvPr id="9" name="Segnaposto contenuto 8"/>
          <p:cNvSpPr>
            <a:spLocks noGrp="1"/>
          </p:cNvSpPr>
          <p:nvPr>
            <p:ph sz="half" idx="2"/>
          </p:nvPr>
        </p:nvSpPr>
        <p:spPr>
          <a:xfrm>
            <a:off x="925830" y="2582334"/>
            <a:ext cx="4166235" cy="3647015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If some process </a:t>
            </a:r>
            <a:r>
              <a:rPr lang="en-GB" dirty="0" err="1"/>
              <a:t>TODelivers</a:t>
            </a:r>
            <a:r>
              <a:rPr lang="en-GB" dirty="0"/>
              <a:t> some message m before message m’, then a process </a:t>
            </a:r>
            <a:r>
              <a:rPr lang="en-GB" dirty="0" err="1"/>
              <a:t>TODelivers</a:t>
            </a:r>
            <a:r>
              <a:rPr lang="en-GB" dirty="0"/>
              <a:t> m’</a:t>
            </a:r>
            <a:r>
              <a:rPr lang="en-GB" sz="800" dirty="0"/>
              <a:t>′ </a:t>
            </a:r>
            <a:r>
              <a:rPr lang="en-GB" dirty="0"/>
              <a:t>only after it has </a:t>
            </a:r>
            <a:r>
              <a:rPr lang="en-GB" dirty="0" err="1"/>
              <a:t>TODelivered</a:t>
            </a:r>
            <a:r>
              <a:rPr lang="en-GB" dirty="0"/>
              <a:t> m. </a:t>
            </a:r>
          </a:p>
          <a:p>
            <a:pPr algn="just"/>
            <a:endParaRPr lang="en-GB" dirty="0"/>
          </a:p>
          <a:p>
            <a:pPr lvl="1" algn="just"/>
            <a:endParaRPr lang="en-GB" altLang="it-IT" sz="2000" dirty="0"/>
          </a:p>
          <a:p>
            <a:pPr lvl="1" algn="just"/>
            <a:r>
              <a:rPr lang="en-GB" altLang="it-IT" sz="2000" dirty="0"/>
              <a:t>same order</a:t>
            </a:r>
          </a:p>
          <a:p>
            <a:pPr lvl="1" algn="just"/>
            <a:r>
              <a:rPr lang="en-GB" altLang="it-IT" sz="2000" dirty="0"/>
              <a:t>same prefix of the set of delivered messages</a:t>
            </a:r>
          </a:p>
          <a:p>
            <a:pPr lvl="1" algn="just"/>
            <a:r>
              <a:rPr lang="en-GB" altLang="it-IT" sz="2000" dirty="0"/>
              <a:t>after an omission, disjoint sets of delivered messages</a:t>
            </a:r>
          </a:p>
          <a:p>
            <a:pPr algn="just"/>
            <a:endParaRPr lang="en-GB" sz="1800" dirty="0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Weak Uniform Total Order (WUTO)</a:t>
            </a:r>
          </a:p>
        </p:txBody>
      </p:sp>
      <p:sp>
        <p:nvSpPr>
          <p:cNvPr id="11" name="Segnaposto contenuto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altLang="it-IT" sz="2000" dirty="0"/>
              <a:t>If process p and process q both </a:t>
            </a:r>
            <a:r>
              <a:rPr lang="en-US" altLang="it-IT" sz="2000" dirty="0" err="1"/>
              <a:t>TODdeliver</a:t>
            </a:r>
            <a:r>
              <a:rPr lang="en-US" altLang="it-IT" sz="2000" dirty="0"/>
              <a:t> messages m and m′, then p </a:t>
            </a:r>
            <a:r>
              <a:rPr lang="en-US" altLang="it-IT" sz="2000" dirty="0" err="1"/>
              <a:t>TODelivers</a:t>
            </a:r>
            <a:r>
              <a:rPr lang="en-US" altLang="it-IT" sz="2000" dirty="0"/>
              <a:t> m before m′ if and only if q </a:t>
            </a:r>
            <a:r>
              <a:rPr lang="en-US" altLang="it-IT" sz="2000" dirty="0" err="1"/>
              <a:t>TODdelivers</a:t>
            </a:r>
            <a:r>
              <a:rPr lang="en-US" altLang="it-IT" sz="2000" dirty="0"/>
              <a:t> m before m′. </a:t>
            </a:r>
          </a:p>
          <a:p>
            <a:pPr lvl="2"/>
            <a:endParaRPr lang="en-US" altLang="it-IT" sz="1800" dirty="0"/>
          </a:p>
          <a:p>
            <a:pPr marL="384048" lvl="2" indent="0">
              <a:buNone/>
            </a:pPr>
            <a:endParaRPr lang="en-US" altLang="it-IT" sz="1800" dirty="0"/>
          </a:p>
          <a:p>
            <a:pPr lvl="2"/>
            <a:r>
              <a:rPr lang="en-US" altLang="it-IT" sz="2000" dirty="0"/>
              <a:t>no restrictions on the set of delivered messages</a:t>
            </a:r>
          </a:p>
          <a:p>
            <a:endParaRPr lang="en-GB" sz="1800" dirty="0"/>
          </a:p>
        </p:txBody>
      </p:sp>
      <p:sp>
        <p:nvSpPr>
          <p:cNvPr id="89" name="Freccia giù 88"/>
          <p:cNvSpPr/>
          <p:nvPr/>
        </p:nvSpPr>
        <p:spPr>
          <a:xfrm>
            <a:off x="2694622" y="3771900"/>
            <a:ext cx="314325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Freccia giù 89"/>
          <p:cNvSpPr/>
          <p:nvPr/>
        </p:nvSpPr>
        <p:spPr>
          <a:xfrm>
            <a:off x="7172324" y="3771900"/>
            <a:ext cx="314325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48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Order Property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Strong Uniform Total Order (SUTO)</a:t>
            </a:r>
          </a:p>
        </p:txBody>
      </p:sp>
      <p:sp>
        <p:nvSpPr>
          <p:cNvPr id="9" name="Segnaposto contenuto 8"/>
          <p:cNvSpPr>
            <a:spLocks noGrp="1"/>
          </p:cNvSpPr>
          <p:nvPr>
            <p:ph sz="half" idx="2"/>
          </p:nvPr>
        </p:nvSpPr>
        <p:spPr>
          <a:xfrm>
            <a:off x="925830" y="2582334"/>
            <a:ext cx="4166235" cy="3647015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If some process </a:t>
            </a:r>
            <a:r>
              <a:rPr lang="en-GB" dirty="0" err="1"/>
              <a:t>TODelivers</a:t>
            </a:r>
            <a:r>
              <a:rPr lang="en-GB" dirty="0"/>
              <a:t> some message m before message m</a:t>
            </a:r>
            <a:r>
              <a:rPr lang="en-GB" sz="800" dirty="0"/>
              <a:t>′</a:t>
            </a:r>
            <a:r>
              <a:rPr lang="en-GB" dirty="0"/>
              <a:t>, then a process </a:t>
            </a:r>
            <a:r>
              <a:rPr lang="en-GB" dirty="0" err="1"/>
              <a:t>TODelivers</a:t>
            </a:r>
            <a:r>
              <a:rPr lang="en-GB" dirty="0"/>
              <a:t> m</a:t>
            </a:r>
            <a:r>
              <a:rPr lang="en-GB" sz="800" dirty="0"/>
              <a:t>′ </a:t>
            </a:r>
            <a:r>
              <a:rPr lang="en-GB" dirty="0"/>
              <a:t>only after it has </a:t>
            </a:r>
            <a:r>
              <a:rPr lang="en-GB" dirty="0" err="1"/>
              <a:t>TODelivered</a:t>
            </a:r>
            <a:r>
              <a:rPr lang="en-GB" dirty="0"/>
              <a:t> m. </a:t>
            </a:r>
          </a:p>
          <a:p>
            <a:pPr algn="just"/>
            <a:endParaRPr lang="en-GB" dirty="0"/>
          </a:p>
          <a:p>
            <a:pPr lvl="1" algn="just"/>
            <a:endParaRPr lang="en-GB" altLang="it-IT" sz="2000" dirty="0"/>
          </a:p>
          <a:p>
            <a:pPr algn="just"/>
            <a:endParaRPr lang="en-GB" sz="1800" dirty="0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Weak Uniform Total Order (WUTO)</a:t>
            </a:r>
          </a:p>
        </p:txBody>
      </p:sp>
      <p:sp>
        <p:nvSpPr>
          <p:cNvPr id="11" name="Segnaposto contenuto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altLang="it-IT" sz="2000" dirty="0"/>
              <a:t>If process p and process q both </a:t>
            </a:r>
            <a:r>
              <a:rPr lang="en-US" altLang="it-IT" sz="2000" dirty="0" err="1"/>
              <a:t>TODdeliver</a:t>
            </a:r>
            <a:r>
              <a:rPr lang="en-US" altLang="it-IT" sz="2000" dirty="0"/>
              <a:t> messages m and m′, then p </a:t>
            </a:r>
            <a:r>
              <a:rPr lang="en-US" altLang="it-IT" sz="2000" dirty="0" err="1"/>
              <a:t>TODelivers</a:t>
            </a:r>
            <a:r>
              <a:rPr lang="en-US" altLang="it-IT" sz="2000" dirty="0"/>
              <a:t> m before m′ if and only if q </a:t>
            </a:r>
            <a:r>
              <a:rPr lang="en-US" altLang="it-IT" sz="2000" dirty="0" err="1"/>
              <a:t>TODdelivers</a:t>
            </a:r>
            <a:r>
              <a:rPr lang="en-US" altLang="it-IT" sz="2000" dirty="0"/>
              <a:t> m before m′. </a:t>
            </a:r>
          </a:p>
          <a:p>
            <a:pPr lvl="2"/>
            <a:endParaRPr lang="en-US" altLang="it-IT" sz="1800" dirty="0"/>
          </a:p>
          <a:p>
            <a:endParaRPr lang="en-GB" sz="1800" dirty="0"/>
          </a:p>
        </p:txBody>
      </p:sp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1795464" y="4921255"/>
            <a:ext cx="2808287" cy="1271588"/>
            <a:chOff x="459" y="3010"/>
            <a:chExt cx="1769" cy="801"/>
          </a:xfrm>
        </p:grpSpPr>
        <p:sp>
          <p:nvSpPr>
            <p:cNvPr id="13" name="Line 5"/>
            <p:cNvSpPr>
              <a:spLocks noChangeShapeType="1"/>
            </p:cNvSpPr>
            <p:nvPr/>
          </p:nvSpPr>
          <p:spPr bwMode="auto">
            <a:xfrm flipV="1">
              <a:off x="599" y="3238"/>
              <a:ext cx="1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 flipV="1">
              <a:off x="599" y="3478"/>
              <a:ext cx="1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459" y="313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459" y="3387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 flipV="1">
              <a:off x="599" y="3726"/>
              <a:ext cx="1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473" y="3657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  <a:endParaRPr lang="it-IT" altLang="it-IT" sz="1000">
                <a:latin typeface="Arial" charset="0"/>
              </a:endParaRPr>
            </a:p>
          </p:txBody>
        </p:sp>
        <p:sp>
          <p:nvSpPr>
            <p:cNvPr id="19" name="AutoShape 11"/>
            <p:cNvSpPr>
              <a:spLocks noChangeArrowheads="1"/>
            </p:cNvSpPr>
            <p:nvPr/>
          </p:nvSpPr>
          <p:spPr bwMode="auto">
            <a:xfrm>
              <a:off x="1017" y="3638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>
              <a:off x="974" y="351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1" name="AutoShape 13"/>
            <p:cNvSpPr>
              <a:spLocks noChangeArrowheads="1"/>
            </p:cNvSpPr>
            <p:nvPr/>
          </p:nvSpPr>
          <p:spPr bwMode="auto">
            <a:xfrm>
              <a:off x="1017" y="3143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974" y="3028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" name="AutoShape 15"/>
            <p:cNvSpPr>
              <a:spLocks noChangeArrowheads="1"/>
            </p:cNvSpPr>
            <p:nvPr/>
          </p:nvSpPr>
          <p:spPr bwMode="auto">
            <a:xfrm>
              <a:off x="1039" y="3382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" name="Text Box 16"/>
            <p:cNvSpPr txBox="1">
              <a:spLocks noChangeArrowheads="1"/>
            </p:cNvSpPr>
            <p:nvPr/>
          </p:nvSpPr>
          <p:spPr bwMode="auto">
            <a:xfrm>
              <a:off x="995" y="324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" name="AutoShape 17"/>
            <p:cNvSpPr>
              <a:spLocks noChangeArrowheads="1"/>
            </p:cNvSpPr>
            <p:nvPr/>
          </p:nvSpPr>
          <p:spPr bwMode="auto">
            <a:xfrm>
              <a:off x="807" y="3143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" name="Text Box 18"/>
            <p:cNvSpPr txBox="1">
              <a:spLocks noChangeArrowheads="1"/>
            </p:cNvSpPr>
            <p:nvPr/>
          </p:nvSpPr>
          <p:spPr bwMode="auto">
            <a:xfrm>
              <a:off x="763" y="3018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7" name="AutoShape 19"/>
            <p:cNvSpPr>
              <a:spLocks noChangeArrowheads="1"/>
            </p:cNvSpPr>
            <p:nvPr/>
          </p:nvSpPr>
          <p:spPr bwMode="auto">
            <a:xfrm>
              <a:off x="719" y="3382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676" y="3258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9" name="AutoShape 21"/>
            <p:cNvSpPr>
              <a:spLocks noChangeArrowheads="1"/>
            </p:cNvSpPr>
            <p:nvPr/>
          </p:nvSpPr>
          <p:spPr bwMode="auto">
            <a:xfrm>
              <a:off x="731" y="3638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687" y="3526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auto">
            <a:xfrm>
              <a:off x="1238" y="3079"/>
              <a:ext cx="66" cy="703"/>
            </a:xfrm>
            <a:custGeom>
              <a:avLst/>
              <a:gdLst>
                <a:gd name="T0" fmla="*/ 0 w 188"/>
                <a:gd name="T1" fmla="*/ 0 h 816"/>
                <a:gd name="T2" fmla="*/ 3 w 188"/>
                <a:gd name="T3" fmla="*/ 99 h 816"/>
                <a:gd name="T4" fmla="*/ 1 w 188"/>
                <a:gd name="T5" fmla="*/ 201 h 816"/>
                <a:gd name="T6" fmla="*/ 3 w 188"/>
                <a:gd name="T7" fmla="*/ 324 h 816"/>
                <a:gd name="T8" fmla="*/ 1 w 188"/>
                <a:gd name="T9" fmla="*/ 45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816"/>
                <a:gd name="T17" fmla="*/ 188 w 188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816">
                  <a:moveTo>
                    <a:pt x="0" y="0"/>
                  </a:moveTo>
                  <a:cubicBezTo>
                    <a:pt x="87" y="60"/>
                    <a:pt x="174" y="120"/>
                    <a:pt x="181" y="181"/>
                  </a:cubicBezTo>
                  <a:cubicBezTo>
                    <a:pt x="188" y="242"/>
                    <a:pt x="45" y="295"/>
                    <a:pt x="45" y="363"/>
                  </a:cubicBezTo>
                  <a:cubicBezTo>
                    <a:pt x="45" y="431"/>
                    <a:pt x="181" y="514"/>
                    <a:pt x="181" y="589"/>
                  </a:cubicBezTo>
                  <a:cubicBezTo>
                    <a:pt x="181" y="664"/>
                    <a:pt x="68" y="778"/>
                    <a:pt x="45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AutoShape 24"/>
            <p:cNvSpPr>
              <a:spLocks noChangeArrowheads="1"/>
            </p:cNvSpPr>
            <p:nvPr/>
          </p:nvSpPr>
          <p:spPr bwMode="auto">
            <a:xfrm>
              <a:off x="1489" y="3638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33" name="Text Box 25"/>
            <p:cNvSpPr txBox="1">
              <a:spLocks noChangeArrowheads="1"/>
            </p:cNvSpPr>
            <p:nvPr/>
          </p:nvSpPr>
          <p:spPr bwMode="auto">
            <a:xfrm>
              <a:off x="1446" y="351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34" name="AutoShape 26"/>
            <p:cNvSpPr>
              <a:spLocks noChangeArrowheads="1"/>
            </p:cNvSpPr>
            <p:nvPr/>
          </p:nvSpPr>
          <p:spPr bwMode="auto">
            <a:xfrm>
              <a:off x="1455" y="3382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35" name="Text Box 27"/>
            <p:cNvSpPr txBox="1">
              <a:spLocks noChangeArrowheads="1"/>
            </p:cNvSpPr>
            <p:nvPr/>
          </p:nvSpPr>
          <p:spPr bwMode="auto">
            <a:xfrm>
              <a:off x="1411" y="324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36" name="AutoShape 28"/>
            <p:cNvSpPr>
              <a:spLocks noChangeArrowheads="1"/>
            </p:cNvSpPr>
            <p:nvPr/>
          </p:nvSpPr>
          <p:spPr bwMode="auto">
            <a:xfrm>
              <a:off x="1443" y="3143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37" name="Text Box 29"/>
            <p:cNvSpPr txBox="1">
              <a:spLocks noChangeArrowheads="1"/>
            </p:cNvSpPr>
            <p:nvPr/>
          </p:nvSpPr>
          <p:spPr bwMode="auto">
            <a:xfrm>
              <a:off x="1400" y="301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38" name="AutoShape 30"/>
            <p:cNvSpPr>
              <a:spLocks noChangeArrowheads="1"/>
            </p:cNvSpPr>
            <p:nvPr/>
          </p:nvSpPr>
          <p:spPr bwMode="auto">
            <a:xfrm>
              <a:off x="1907" y="3382"/>
              <a:ext cx="87" cy="96"/>
            </a:xfrm>
            <a:prstGeom prst="upArrow">
              <a:avLst>
                <a:gd name="adj1" fmla="val 50000"/>
                <a:gd name="adj2" fmla="val 2758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39" name="Text Box 31"/>
            <p:cNvSpPr txBox="1">
              <a:spLocks noChangeArrowheads="1"/>
            </p:cNvSpPr>
            <p:nvPr/>
          </p:nvSpPr>
          <p:spPr bwMode="auto">
            <a:xfrm>
              <a:off x="1863" y="324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7</a:t>
              </a:r>
            </a:p>
          </p:txBody>
        </p:sp>
        <p:sp>
          <p:nvSpPr>
            <p:cNvPr id="40" name="AutoShape 32"/>
            <p:cNvSpPr>
              <a:spLocks noChangeArrowheads="1"/>
            </p:cNvSpPr>
            <p:nvPr/>
          </p:nvSpPr>
          <p:spPr bwMode="auto">
            <a:xfrm>
              <a:off x="1820" y="3143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41" name="Text Box 33"/>
            <p:cNvSpPr txBox="1">
              <a:spLocks noChangeArrowheads="1"/>
            </p:cNvSpPr>
            <p:nvPr/>
          </p:nvSpPr>
          <p:spPr bwMode="auto">
            <a:xfrm>
              <a:off x="1777" y="301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42" name="AutoShape 34"/>
            <p:cNvSpPr>
              <a:spLocks noChangeArrowheads="1"/>
            </p:cNvSpPr>
            <p:nvPr/>
          </p:nvSpPr>
          <p:spPr bwMode="auto">
            <a:xfrm>
              <a:off x="1800" y="3643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43" name="Text Box 35"/>
            <p:cNvSpPr txBox="1">
              <a:spLocks noChangeArrowheads="1"/>
            </p:cNvSpPr>
            <p:nvPr/>
          </p:nvSpPr>
          <p:spPr bwMode="auto">
            <a:xfrm>
              <a:off x="1798" y="3515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  <p:sp>
          <p:nvSpPr>
            <p:cNvPr id="44" name="Freeform 36"/>
            <p:cNvSpPr>
              <a:spLocks/>
            </p:cNvSpPr>
            <p:nvPr/>
          </p:nvSpPr>
          <p:spPr bwMode="auto">
            <a:xfrm>
              <a:off x="1634" y="3146"/>
              <a:ext cx="78" cy="380"/>
            </a:xfrm>
            <a:custGeom>
              <a:avLst/>
              <a:gdLst>
                <a:gd name="T0" fmla="*/ 0 w 188"/>
                <a:gd name="T1" fmla="*/ 0 h 816"/>
                <a:gd name="T2" fmla="*/ 5 w 188"/>
                <a:gd name="T3" fmla="*/ 8 h 816"/>
                <a:gd name="T4" fmla="*/ 1 w 188"/>
                <a:gd name="T5" fmla="*/ 17 h 816"/>
                <a:gd name="T6" fmla="*/ 5 w 188"/>
                <a:gd name="T7" fmla="*/ 28 h 816"/>
                <a:gd name="T8" fmla="*/ 1 w 188"/>
                <a:gd name="T9" fmla="*/ 38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816"/>
                <a:gd name="T17" fmla="*/ 188 w 188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816">
                  <a:moveTo>
                    <a:pt x="0" y="0"/>
                  </a:moveTo>
                  <a:cubicBezTo>
                    <a:pt x="87" y="60"/>
                    <a:pt x="174" y="120"/>
                    <a:pt x="181" y="181"/>
                  </a:cubicBezTo>
                  <a:cubicBezTo>
                    <a:pt x="188" y="242"/>
                    <a:pt x="45" y="295"/>
                    <a:pt x="45" y="363"/>
                  </a:cubicBezTo>
                  <a:cubicBezTo>
                    <a:pt x="45" y="431"/>
                    <a:pt x="181" y="514"/>
                    <a:pt x="181" y="589"/>
                  </a:cubicBezTo>
                  <a:cubicBezTo>
                    <a:pt x="181" y="664"/>
                    <a:pt x="68" y="778"/>
                    <a:pt x="45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5" name="Group 37"/>
          <p:cNvGrpSpPr>
            <a:grpSpLocks/>
          </p:cNvGrpSpPr>
          <p:nvPr/>
        </p:nvGrpSpPr>
        <p:grpSpPr bwMode="auto">
          <a:xfrm>
            <a:off x="5278439" y="4876806"/>
            <a:ext cx="2835275" cy="1323975"/>
            <a:chOff x="2965" y="2982"/>
            <a:chExt cx="1786" cy="834"/>
          </a:xfrm>
        </p:grpSpPr>
        <p:sp>
          <p:nvSpPr>
            <p:cNvPr id="46" name="Line 38"/>
            <p:cNvSpPr>
              <a:spLocks noChangeShapeType="1"/>
            </p:cNvSpPr>
            <p:nvPr/>
          </p:nvSpPr>
          <p:spPr bwMode="auto">
            <a:xfrm flipV="1">
              <a:off x="3107" y="3222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 flipV="1">
              <a:off x="3107" y="3473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Text Box 40"/>
            <p:cNvSpPr txBox="1">
              <a:spLocks noChangeArrowheads="1"/>
            </p:cNvSpPr>
            <p:nvPr/>
          </p:nvSpPr>
          <p:spPr bwMode="auto">
            <a:xfrm>
              <a:off x="2965" y="3109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49" name="Text Box 41"/>
            <p:cNvSpPr txBox="1">
              <a:spLocks noChangeArrowheads="1"/>
            </p:cNvSpPr>
            <p:nvPr/>
          </p:nvSpPr>
          <p:spPr bwMode="auto">
            <a:xfrm>
              <a:off x="2965" y="3378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50" name="Line 42"/>
            <p:cNvSpPr>
              <a:spLocks noChangeShapeType="1"/>
            </p:cNvSpPr>
            <p:nvPr/>
          </p:nvSpPr>
          <p:spPr bwMode="auto">
            <a:xfrm flipV="1">
              <a:off x="3107" y="3733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Text Box 43"/>
            <p:cNvSpPr txBox="1">
              <a:spLocks noChangeArrowheads="1"/>
            </p:cNvSpPr>
            <p:nvPr/>
          </p:nvSpPr>
          <p:spPr bwMode="auto">
            <a:xfrm>
              <a:off x="2980" y="366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  <a:endParaRPr lang="it-IT" altLang="it-IT" sz="1000">
                <a:latin typeface="Arial" charset="0"/>
              </a:endParaRPr>
            </a:p>
          </p:txBody>
        </p:sp>
        <p:sp>
          <p:nvSpPr>
            <p:cNvPr id="52" name="AutoShape 44"/>
            <p:cNvSpPr>
              <a:spLocks noChangeArrowheads="1"/>
            </p:cNvSpPr>
            <p:nvPr/>
          </p:nvSpPr>
          <p:spPr bwMode="auto">
            <a:xfrm>
              <a:off x="3528" y="364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53" name="Text Box 45"/>
            <p:cNvSpPr txBox="1">
              <a:spLocks noChangeArrowheads="1"/>
            </p:cNvSpPr>
            <p:nvPr/>
          </p:nvSpPr>
          <p:spPr bwMode="auto">
            <a:xfrm>
              <a:off x="3484" y="350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54" name="AutoShape 46"/>
            <p:cNvSpPr>
              <a:spLocks noChangeArrowheads="1"/>
            </p:cNvSpPr>
            <p:nvPr/>
          </p:nvSpPr>
          <p:spPr bwMode="auto">
            <a:xfrm>
              <a:off x="3528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3484" y="300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56" name="AutoShape 48"/>
            <p:cNvSpPr>
              <a:spLocks noChangeArrowheads="1"/>
            </p:cNvSpPr>
            <p:nvPr/>
          </p:nvSpPr>
          <p:spPr bwMode="auto">
            <a:xfrm>
              <a:off x="3316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57" name="Text Box 49"/>
            <p:cNvSpPr txBox="1">
              <a:spLocks noChangeArrowheads="1"/>
            </p:cNvSpPr>
            <p:nvPr/>
          </p:nvSpPr>
          <p:spPr bwMode="auto">
            <a:xfrm>
              <a:off x="3272" y="299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58" name="AutoShape 50"/>
            <p:cNvSpPr>
              <a:spLocks noChangeArrowheads="1"/>
            </p:cNvSpPr>
            <p:nvPr/>
          </p:nvSpPr>
          <p:spPr bwMode="auto">
            <a:xfrm>
              <a:off x="3228" y="3373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59" name="Text Box 51"/>
            <p:cNvSpPr txBox="1">
              <a:spLocks noChangeArrowheads="1"/>
            </p:cNvSpPr>
            <p:nvPr/>
          </p:nvSpPr>
          <p:spPr bwMode="auto">
            <a:xfrm>
              <a:off x="3184" y="324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60" name="AutoShape 52"/>
            <p:cNvSpPr>
              <a:spLocks noChangeArrowheads="1"/>
            </p:cNvSpPr>
            <p:nvPr/>
          </p:nvSpPr>
          <p:spPr bwMode="auto">
            <a:xfrm>
              <a:off x="3239" y="364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61" name="Text Box 53"/>
            <p:cNvSpPr txBox="1">
              <a:spLocks noChangeArrowheads="1"/>
            </p:cNvSpPr>
            <p:nvPr/>
          </p:nvSpPr>
          <p:spPr bwMode="auto">
            <a:xfrm>
              <a:off x="3195" y="3524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62" name="AutoShape 54"/>
            <p:cNvSpPr>
              <a:spLocks noChangeArrowheads="1"/>
            </p:cNvSpPr>
            <p:nvPr/>
          </p:nvSpPr>
          <p:spPr bwMode="auto">
            <a:xfrm>
              <a:off x="4005" y="364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63" name="Text Box 55"/>
            <p:cNvSpPr txBox="1">
              <a:spLocks noChangeArrowheads="1"/>
            </p:cNvSpPr>
            <p:nvPr/>
          </p:nvSpPr>
          <p:spPr bwMode="auto">
            <a:xfrm>
              <a:off x="3960" y="350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64" name="AutoShape 56"/>
            <p:cNvSpPr>
              <a:spLocks noChangeArrowheads="1"/>
            </p:cNvSpPr>
            <p:nvPr/>
          </p:nvSpPr>
          <p:spPr bwMode="auto">
            <a:xfrm>
              <a:off x="3970" y="3373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65" name="Text Box 57"/>
            <p:cNvSpPr txBox="1">
              <a:spLocks noChangeArrowheads="1"/>
            </p:cNvSpPr>
            <p:nvPr/>
          </p:nvSpPr>
          <p:spPr bwMode="auto">
            <a:xfrm>
              <a:off x="3926" y="32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66" name="AutoShape 58"/>
            <p:cNvSpPr>
              <a:spLocks noChangeArrowheads="1"/>
            </p:cNvSpPr>
            <p:nvPr/>
          </p:nvSpPr>
          <p:spPr bwMode="auto">
            <a:xfrm>
              <a:off x="3959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67" name="Text Box 59"/>
            <p:cNvSpPr txBox="1">
              <a:spLocks noChangeArrowheads="1"/>
            </p:cNvSpPr>
            <p:nvPr/>
          </p:nvSpPr>
          <p:spPr bwMode="auto">
            <a:xfrm>
              <a:off x="3916" y="298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68" name="AutoShape 60"/>
            <p:cNvSpPr>
              <a:spLocks noChangeArrowheads="1"/>
            </p:cNvSpPr>
            <p:nvPr/>
          </p:nvSpPr>
          <p:spPr bwMode="auto">
            <a:xfrm>
              <a:off x="4338" y="3373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69" name="Text Box 61"/>
            <p:cNvSpPr txBox="1">
              <a:spLocks noChangeArrowheads="1"/>
            </p:cNvSpPr>
            <p:nvPr/>
          </p:nvSpPr>
          <p:spPr bwMode="auto">
            <a:xfrm>
              <a:off x="4294" y="32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7</a:t>
              </a:r>
            </a:p>
          </p:txBody>
        </p:sp>
        <p:sp>
          <p:nvSpPr>
            <p:cNvPr id="70" name="AutoShape 62"/>
            <p:cNvSpPr>
              <a:spLocks noChangeArrowheads="1"/>
            </p:cNvSpPr>
            <p:nvPr/>
          </p:nvSpPr>
          <p:spPr bwMode="auto">
            <a:xfrm>
              <a:off x="4249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71" name="Text Box 63"/>
            <p:cNvSpPr txBox="1">
              <a:spLocks noChangeArrowheads="1"/>
            </p:cNvSpPr>
            <p:nvPr/>
          </p:nvSpPr>
          <p:spPr bwMode="auto">
            <a:xfrm>
              <a:off x="4206" y="298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72" name="AutoShape 64"/>
            <p:cNvSpPr>
              <a:spLocks noChangeArrowheads="1"/>
            </p:cNvSpPr>
            <p:nvPr/>
          </p:nvSpPr>
          <p:spPr bwMode="auto">
            <a:xfrm>
              <a:off x="4318" y="3647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73" name="Text Box 65"/>
            <p:cNvSpPr txBox="1">
              <a:spLocks noChangeArrowheads="1"/>
            </p:cNvSpPr>
            <p:nvPr/>
          </p:nvSpPr>
          <p:spPr bwMode="auto">
            <a:xfrm>
              <a:off x="4317" y="351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</p:grpSp>
      <p:sp>
        <p:nvSpPr>
          <p:cNvPr id="74" name="Text Box 66"/>
          <p:cNvSpPr txBox="1">
            <a:spLocks noChangeArrowheads="1"/>
          </p:cNvSpPr>
          <p:nvPr/>
        </p:nvSpPr>
        <p:spPr bwMode="auto">
          <a:xfrm>
            <a:off x="868363" y="5454656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>
                <a:latin typeface="Arial" charset="0"/>
              </a:rPr>
              <a:t>SUTO</a:t>
            </a:r>
            <a:endParaRPr lang="en-US" altLang="it-IT" sz="1800" b="1">
              <a:latin typeface="Arial" charset="0"/>
            </a:endParaRPr>
          </a:p>
        </p:txBody>
      </p:sp>
      <p:sp>
        <p:nvSpPr>
          <p:cNvPr id="75" name="Text Box 67"/>
          <p:cNvSpPr txBox="1">
            <a:spLocks noChangeArrowheads="1"/>
          </p:cNvSpPr>
          <p:nvPr/>
        </p:nvSpPr>
        <p:spPr bwMode="auto">
          <a:xfrm>
            <a:off x="8474075" y="5416556"/>
            <a:ext cx="882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>
                <a:latin typeface="Arial" charset="0"/>
              </a:rPr>
              <a:t>WUTO</a:t>
            </a:r>
            <a:endParaRPr lang="en-US" altLang="it-IT" sz="1800" b="1">
              <a:latin typeface="Arial" charset="0"/>
            </a:endParaRPr>
          </a:p>
        </p:txBody>
      </p:sp>
      <p:sp>
        <p:nvSpPr>
          <p:cNvPr id="76" name="Oval 68"/>
          <p:cNvSpPr>
            <a:spLocks noChangeArrowheads="1"/>
          </p:cNvSpPr>
          <p:nvPr/>
        </p:nvSpPr>
        <p:spPr bwMode="auto">
          <a:xfrm>
            <a:off x="3298826" y="5686430"/>
            <a:ext cx="944563" cy="4953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77" name="Oval 69"/>
          <p:cNvSpPr>
            <a:spLocks noChangeArrowheads="1"/>
          </p:cNvSpPr>
          <p:nvPr/>
        </p:nvSpPr>
        <p:spPr bwMode="auto">
          <a:xfrm>
            <a:off x="6808789" y="4921255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78" name="Oval 70"/>
          <p:cNvSpPr>
            <a:spLocks noChangeArrowheads="1"/>
          </p:cNvSpPr>
          <p:nvPr/>
        </p:nvSpPr>
        <p:spPr bwMode="auto">
          <a:xfrm>
            <a:off x="5773739" y="4921255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79" name="Oval 71"/>
          <p:cNvSpPr>
            <a:spLocks noChangeArrowheads="1"/>
          </p:cNvSpPr>
          <p:nvPr/>
        </p:nvSpPr>
        <p:spPr bwMode="auto">
          <a:xfrm>
            <a:off x="5638801" y="5732468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0" name="Oval 72"/>
          <p:cNvSpPr>
            <a:spLocks noChangeArrowheads="1"/>
          </p:cNvSpPr>
          <p:nvPr/>
        </p:nvSpPr>
        <p:spPr bwMode="auto">
          <a:xfrm>
            <a:off x="6134101" y="4921255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1" name="Oval 73"/>
          <p:cNvSpPr>
            <a:spLocks noChangeArrowheads="1"/>
          </p:cNvSpPr>
          <p:nvPr/>
        </p:nvSpPr>
        <p:spPr bwMode="auto">
          <a:xfrm>
            <a:off x="6134101" y="5732468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2" name="Oval 74"/>
          <p:cNvSpPr>
            <a:spLocks noChangeArrowheads="1"/>
          </p:cNvSpPr>
          <p:nvPr/>
        </p:nvSpPr>
        <p:spPr bwMode="auto">
          <a:xfrm>
            <a:off x="6808789" y="5327655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3" name="Oval 75"/>
          <p:cNvSpPr>
            <a:spLocks noChangeArrowheads="1"/>
          </p:cNvSpPr>
          <p:nvPr/>
        </p:nvSpPr>
        <p:spPr bwMode="auto">
          <a:xfrm>
            <a:off x="5773739" y="4921255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4" name="Oval 76"/>
          <p:cNvSpPr>
            <a:spLocks noChangeArrowheads="1"/>
          </p:cNvSpPr>
          <p:nvPr/>
        </p:nvSpPr>
        <p:spPr bwMode="auto">
          <a:xfrm>
            <a:off x="5638801" y="5327655"/>
            <a:ext cx="269875" cy="4064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cxnSp>
        <p:nvCxnSpPr>
          <p:cNvPr id="85" name="AutoShape 77"/>
          <p:cNvCxnSpPr>
            <a:cxnSpLocks noChangeShapeType="1"/>
          </p:cNvCxnSpPr>
          <p:nvPr/>
        </p:nvCxnSpPr>
        <p:spPr bwMode="auto">
          <a:xfrm rot="16200000" flipH="1">
            <a:off x="6088063" y="5199068"/>
            <a:ext cx="1588" cy="169863"/>
          </a:xfrm>
          <a:prstGeom prst="curvedConnector3">
            <a:avLst>
              <a:gd name="adj1" fmla="val 3400000"/>
            </a:avLst>
          </a:prstGeom>
          <a:noFill/>
          <a:ln w="12700">
            <a:solidFill>
              <a:srgbClr val="CC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AutoShape 78"/>
          <p:cNvCxnSpPr>
            <a:cxnSpLocks noChangeShapeType="1"/>
          </p:cNvCxnSpPr>
          <p:nvPr/>
        </p:nvCxnSpPr>
        <p:spPr bwMode="auto">
          <a:xfrm rot="16200000" flipH="1">
            <a:off x="6020595" y="5942812"/>
            <a:ext cx="1587" cy="304800"/>
          </a:xfrm>
          <a:prstGeom prst="curvedConnector3">
            <a:avLst>
              <a:gd name="adj1" fmla="val 6400000"/>
            </a:avLst>
          </a:prstGeom>
          <a:noFill/>
          <a:ln w="12700">
            <a:solidFill>
              <a:srgbClr val="CC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AutoShape 79"/>
          <p:cNvCxnSpPr>
            <a:cxnSpLocks noChangeShapeType="1"/>
          </p:cNvCxnSpPr>
          <p:nvPr/>
        </p:nvCxnSpPr>
        <p:spPr bwMode="auto">
          <a:xfrm rot="16200000" flipH="1">
            <a:off x="6425406" y="4861724"/>
            <a:ext cx="1588" cy="844550"/>
          </a:xfrm>
          <a:prstGeom prst="curvedConnector3">
            <a:avLst>
              <a:gd name="adj1" fmla="val 10000005"/>
            </a:avLst>
          </a:prstGeom>
          <a:noFill/>
          <a:ln w="12700">
            <a:solidFill>
              <a:srgbClr val="CC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80"/>
          <p:cNvCxnSpPr>
            <a:cxnSpLocks noChangeShapeType="1"/>
          </p:cNvCxnSpPr>
          <p:nvPr/>
        </p:nvCxnSpPr>
        <p:spPr bwMode="auto">
          <a:xfrm rot="16200000" flipH="1">
            <a:off x="6357938" y="5200656"/>
            <a:ext cx="1588" cy="979487"/>
          </a:xfrm>
          <a:prstGeom prst="curvedConnector3">
            <a:avLst>
              <a:gd name="adj1" fmla="val 10100005"/>
            </a:avLst>
          </a:prstGeom>
          <a:noFill/>
          <a:ln w="12700">
            <a:solidFill>
              <a:srgbClr val="CC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24577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Order Property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idx="1"/>
          </p:nvPr>
        </p:nvSpPr>
        <p:spPr>
          <a:xfrm>
            <a:off x="925830" y="2582334"/>
            <a:ext cx="4166235" cy="736282"/>
          </a:xfrm>
        </p:spPr>
        <p:txBody>
          <a:bodyPr/>
          <a:lstStyle/>
          <a:p>
            <a:r>
              <a:rPr lang="en-US" altLang="it-IT" dirty="0"/>
              <a:t>Strong Non-uniform Total Order (SNUTO)</a:t>
            </a:r>
          </a:p>
        </p:txBody>
      </p:sp>
      <p:sp>
        <p:nvSpPr>
          <p:cNvPr id="9" name="Segnaposto contenuto 8"/>
          <p:cNvSpPr>
            <a:spLocks noGrp="1"/>
          </p:cNvSpPr>
          <p:nvPr>
            <p:ph sz="half" idx="2"/>
          </p:nvPr>
        </p:nvSpPr>
        <p:spPr>
          <a:xfrm>
            <a:off x="925831" y="3286125"/>
            <a:ext cx="3874770" cy="2582970"/>
          </a:xfrm>
        </p:spPr>
        <p:txBody>
          <a:bodyPr/>
          <a:lstStyle/>
          <a:p>
            <a:pPr algn="just"/>
            <a:r>
              <a:rPr lang="en-GB" dirty="0"/>
              <a:t>If </a:t>
            </a:r>
            <a:r>
              <a:rPr lang="en-GB" u="sng" dirty="0"/>
              <a:t>some correct process </a:t>
            </a:r>
            <a:r>
              <a:rPr lang="en-GB" dirty="0" err="1"/>
              <a:t>TODelivers</a:t>
            </a:r>
            <a:r>
              <a:rPr lang="en-GB" dirty="0"/>
              <a:t> some message m before message m′, then </a:t>
            </a:r>
            <a:r>
              <a:rPr lang="en-GB" u="sng" dirty="0"/>
              <a:t>a correct process </a:t>
            </a:r>
            <a:r>
              <a:rPr lang="en-GB" dirty="0" err="1"/>
              <a:t>TODelivers</a:t>
            </a:r>
            <a:r>
              <a:rPr lang="en-GB" dirty="0"/>
              <a:t> m′ only after it has </a:t>
            </a:r>
            <a:r>
              <a:rPr lang="en-GB" dirty="0" err="1"/>
              <a:t>TODelivered</a:t>
            </a:r>
            <a:r>
              <a:rPr lang="en-GB" dirty="0"/>
              <a:t> m. </a:t>
            </a:r>
          </a:p>
          <a:p>
            <a:pPr algn="just"/>
            <a:endParaRPr lang="en-GB" dirty="0"/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"/>
          </p:nvPr>
        </p:nvSpPr>
        <p:spPr>
          <a:xfrm>
            <a:off x="5246369" y="2546138"/>
            <a:ext cx="4166235" cy="736282"/>
          </a:xfrm>
        </p:spPr>
        <p:txBody>
          <a:bodyPr/>
          <a:lstStyle/>
          <a:p>
            <a:r>
              <a:rPr lang="en-US" altLang="it-IT" dirty="0"/>
              <a:t>Weak Non-uniform Total Order (WNUTO) </a:t>
            </a:r>
          </a:p>
        </p:txBody>
      </p:sp>
      <p:sp>
        <p:nvSpPr>
          <p:cNvPr id="11" name="Segnaposto contenuto 10"/>
          <p:cNvSpPr>
            <a:spLocks noGrp="1"/>
          </p:cNvSpPr>
          <p:nvPr>
            <p:ph sz="quarter" idx="4"/>
          </p:nvPr>
        </p:nvSpPr>
        <p:spPr>
          <a:xfrm>
            <a:off x="5246370" y="3286124"/>
            <a:ext cx="4166235" cy="2582969"/>
          </a:xfrm>
        </p:spPr>
        <p:txBody>
          <a:bodyPr/>
          <a:lstStyle/>
          <a:p>
            <a:pPr algn="just"/>
            <a:r>
              <a:rPr lang="en-GB" dirty="0"/>
              <a:t>If </a:t>
            </a:r>
            <a:r>
              <a:rPr lang="en-GB" u="sng" dirty="0"/>
              <a:t>correct processes </a:t>
            </a:r>
            <a:r>
              <a:rPr lang="en-GB" dirty="0"/>
              <a:t>p and q both </a:t>
            </a:r>
            <a:r>
              <a:rPr lang="en-GB" dirty="0" err="1"/>
              <a:t>TODeliver</a:t>
            </a:r>
            <a:r>
              <a:rPr lang="en-GB" dirty="0"/>
              <a:t> messages m and m′, then p </a:t>
            </a:r>
            <a:r>
              <a:rPr lang="en-GB" dirty="0" err="1"/>
              <a:t>TODelivers</a:t>
            </a:r>
            <a:r>
              <a:rPr lang="en-GB" dirty="0"/>
              <a:t> m before m′ if and only if q </a:t>
            </a:r>
            <a:r>
              <a:rPr lang="en-GB" dirty="0" err="1"/>
              <a:t>TODelivers</a:t>
            </a:r>
            <a:r>
              <a:rPr lang="en-GB" dirty="0"/>
              <a:t> m before m′. </a:t>
            </a:r>
          </a:p>
          <a:p>
            <a:pPr algn="just"/>
            <a:endParaRPr lang="en-GB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925830" y="2000250"/>
            <a:ext cx="8486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t-IT" sz="2000"/>
              <a:t>SUTO and WUTO are uniform but they both have a non-uniform counterpart</a:t>
            </a:r>
          </a:p>
        </p:txBody>
      </p:sp>
    </p:spTree>
    <p:extLst>
      <p:ext uri="{BB962C8B-B14F-4D97-AF65-F5344CB8AC3E}">
        <p14:creationId xmlns:p14="http://schemas.microsoft.com/office/powerpoint/2010/main" val="739866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Order property (2)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SUTO </a:t>
            </a:r>
            <a:r>
              <a:rPr lang="en-US" altLang="it-IT">
                <a:sym typeface="Symbol" charset="2"/>
              </a:rPr>
              <a:t> WUTO</a:t>
            </a:r>
          </a:p>
          <a:p>
            <a:pPr eaLnBrk="1" hangingPunct="1"/>
            <a:r>
              <a:rPr lang="en-US" altLang="it-IT">
                <a:sym typeface="Symbol" charset="2"/>
              </a:rPr>
              <a:t>SNUTO  WNUTO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43100" y="3276600"/>
            <a:ext cx="2852738" cy="1271588"/>
            <a:chOff x="3436" y="1962"/>
            <a:chExt cx="1797" cy="801"/>
          </a:xfrm>
        </p:grpSpPr>
        <p:sp>
          <p:nvSpPr>
            <p:cNvPr id="23594" name="Line 5"/>
            <p:cNvSpPr>
              <a:spLocks noChangeShapeType="1"/>
            </p:cNvSpPr>
            <p:nvPr/>
          </p:nvSpPr>
          <p:spPr bwMode="auto">
            <a:xfrm flipV="1">
              <a:off x="3576" y="2190"/>
              <a:ext cx="1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95" name="Line 6"/>
            <p:cNvSpPr>
              <a:spLocks noChangeShapeType="1"/>
            </p:cNvSpPr>
            <p:nvPr/>
          </p:nvSpPr>
          <p:spPr bwMode="auto">
            <a:xfrm flipV="1">
              <a:off x="3576" y="2430"/>
              <a:ext cx="1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96" name="Text Box 7"/>
            <p:cNvSpPr txBox="1">
              <a:spLocks noChangeArrowheads="1"/>
            </p:cNvSpPr>
            <p:nvPr/>
          </p:nvSpPr>
          <p:spPr bwMode="auto">
            <a:xfrm>
              <a:off x="3436" y="2084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597" name="Text Box 8"/>
            <p:cNvSpPr txBox="1">
              <a:spLocks noChangeArrowheads="1"/>
            </p:cNvSpPr>
            <p:nvPr/>
          </p:nvSpPr>
          <p:spPr bwMode="auto">
            <a:xfrm>
              <a:off x="3436" y="2339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598" name="Line 9"/>
            <p:cNvSpPr>
              <a:spLocks noChangeShapeType="1"/>
            </p:cNvSpPr>
            <p:nvPr/>
          </p:nvSpPr>
          <p:spPr bwMode="auto">
            <a:xfrm flipV="1">
              <a:off x="3576" y="2678"/>
              <a:ext cx="16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99" name="Text Box 10"/>
            <p:cNvSpPr txBox="1">
              <a:spLocks noChangeArrowheads="1"/>
            </p:cNvSpPr>
            <p:nvPr/>
          </p:nvSpPr>
          <p:spPr bwMode="auto">
            <a:xfrm>
              <a:off x="3450" y="2609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  <a:endParaRPr lang="it-IT" altLang="it-IT" sz="1000">
                <a:latin typeface="Arial" charset="0"/>
              </a:endParaRPr>
            </a:p>
          </p:txBody>
        </p:sp>
        <p:sp>
          <p:nvSpPr>
            <p:cNvPr id="23600" name="AutoShape 11"/>
            <p:cNvSpPr>
              <a:spLocks noChangeArrowheads="1"/>
            </p:cNvSpPr>
            <p:nvPr/>
          </p:nvSpPr>
          <p:spPr bwMode="auto">
            <a:xfrm>
              <a:off x="3994" y="2590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01" name="Text Box 12"/>
            <p:cNvSpPr txBox="1">
              <a:spLocks noChangeArrowheads="1"/>
            </p:cNvSpPr>
            <p:nvPr/>
          </p:nvSpPr>
          <p:spPr bwMode="auto">
            <a:xfrm>
              <a:off x="3951" y="246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602" name="AutoShape 13"/>
            <p:cNvSpPr>
              <a:spLocks noChangeArrowheads="1"/>
            </p:cNvSpPr>
            <p:nvPr/>
          </p:nvSpPr>
          <p:spPr bwMode="auto">
            <a:xfrm>
              <a:off x="3994" y="2095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03" name="Text Box 14"/>
            <p:cNvSpPr txBox="1">
              <a:spLocks noChangeArrowheads="1"/>
            </p:cNvSpPr>
            <p:nvPr/>
          </p:nvSpPr>
          <p:spPr bwMode="auto">
            <a:xfrm>
              <a:off x="3951" y="198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604" name="AutoShape 15"/>
            <p:cNvSpPr>
              <a:spLocks noChangeArrowheads="1"/>
            </p:cNvSpPr>
            <p:nvPr/>
          </p:nvSpPr>
          <p:spPr bwMode="auto">
            <a:xfrm>
              <a:off x="4016" y="2334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05" name="Text Box 16"/>
            <p:cNvSpPr txBox="1">
              <a:spLocks noChangeArrowheads="1"/>
            </p:cNvSpPr>
            <p:nvPr/>
          </p:nvSpPr>
          <p:spPr bwMode="auto">
            <a:xfrm>
              <a:off x="3972" y="219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606" name="AutoShape 17"/>
            <p:cNvSpPr>
              <a:spLocks noChangeArrowheads="1"/>
            </p:cNvSpPr>
            <p:nvPr/>
          </p:nvSpPr>
          <p:spPr bwMode="auto">
            <a:xfrm>
              <a:off x="3784" y="2095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07" name="Text Box 18"/>
            <p:cNvSpPr txBox="1">
              <a:spLocks noChangeArrowheads="1"/>
            </p:cNvSpPr>
            <p:nvPr/>
          </p:nvSpPr>
          <p:spPr bwMode="auto">
            <a:xfrm>
              <a:off x="3740" y="197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608" name="AutoShape 19"/>
            <p:cNvSpPr>
              <a:spLocks noChangeArrowheads="1"/>
            </p:cNvSpPr>
            <p:nvPr/>
          </p:nvSpPr>
          <p:spPr bwMode="auto">
            <a:xfrm>
              <a:off x="3696" y="2334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09" name="Text Box 20"/>
            <p:cNvSpPr txBox="1">
              <a:spLocks noChangeArrowheads="1"/>
            </p:cNvSpPr>
            <p:nvPr/>
          </p:nvSpPr>
          <p:spPr bwMode="auto">
            <a:xfrm>
              <a:off x="3653" y="221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610" name="AutoShape 21"/>
            <p:cNvSpPr>
              <a:spLocks noChangeArrowheads="1"/>
            </p:cNvSpPr>
            <p:nvPr/>
          </p:nvSpPr>
          <p:spPr bwMode="auto">
            <a:xfrm>
              <a:off x="3708" y="2590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11" name="Text Box 22"/>
            <p:cNvSpPr txBox="1">
              <a:spLocks noChangeArrowheads="1"/>
            </p:cNvSpPr>
            <p:nvPr/>
          </p:nvSpPr>
          <p:spPr bwMode="auto">
            <a:xfrm>
              <a:off x="3664" y="2478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612" name="AutoShape 23"/>
            <p:cNvSpPr>
              <a:spLocks noChangeArrowheads="1"/>
            </p:cNvSpPr>
            <p:nvPr/>
          </p:nvSpPr>
          <p:spPr bwMode="auto">
            <a:xfrm>
              <a:off x="4466" y="2590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13" name="Text Box 24"/>
            <p:cNvSpPr txBox="1">
              <a:spLocks noChangeArrowheads="1"/>
            </p:cNvSpPr>
            <p:nvPr/>
          </p:nvSpPr>
          <p:spPr bwMode="auto">
            <a:xfrm>
              <a:off x="4423" y="246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3614" name="AutoShape 25"/>
            <p:cNvSpPr>
              <a:spLocks noChangeArrowheads="1"/>
            </p:cNvSpPr>
            <p:nvPr/>
          </p:nvSpPr>
          <p:spPr bwMode="auto">
            <a:xfrm>
              <a:off x="4432" y="2334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15" name="Text Box 26"/>
            <p:cNvSpPr txBox="1">
              <a:spLocks noChangeArrowheads="1"/>
            </p:cNvSpPr>
            <p:nvPr/>
          </p:nvSpPr>
          <p:spPr bwMode="auto">
            <a:xfrm>
              <a:off x="4388" y="219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3616" name="AutoShape 27"/>
            <p:cNvSpPr>
              <a:spLocks noChangeArrowheads="1"/>
            </p:cNvSpPr>
            <p:nvPr/>
          </p:nvSpPr>
          <p:spPr bwMode="auto">
            <a:xfrm>
              <a:off x="4420" y="2095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17" name="Text Box 28"/>
            <p:cNvSpPr txBox="1">
              <a:spLocks noChangeArrowheads="1"/>
            </p:cNvSpPr>
            <p:nvPr/>
          </p:nvSpPr>
          <p:spPr bwMode="auto">
            <a:xfrm>
              <a:off x="4377" y="196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3618" name="AutoShape 29"/>
            <p:cNvSpPr>
              <a:spLocks noChangeArrowheads="1"/>
            </p:cNvSpPr>
            <p:nvPr/>
          </p:nvSpPr>
          <p:spPr bwMode="auto">
            <a:xfrm>
              <a:off x="4884" y="2334"/>
              <a:ext cx="87" cy="96"/>
            </a:xfrm>
            <a:prstGeom prst="upArrow">
              <a:avLst>
                <a:gd name="adj1" fmla="val 50000"/>
                <a:gd name="adj2" fmla="val 2758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19" name="Text Box 30"/>
            <p:cNvSpPr txBox="1">
              <a:spLocks noChangeArrowheads="1"/>
            </p:cNvSpPr>
            <p:nvPr/>
          </p:nvSpPr>
          <p:spPr bwMode="auto">
            <a:xfrm>
              <a:off x="4840" y="219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7</a:t>
              </a:r>
            </a:p>
          </p:txBody>
        </p:sp>
        <p:sp>
          <p:nvSpPr>
            <p:cNvPr id="23620" name="AutoShape 31"/>
            <p:cNvSpPr>
              <a:spLocks noChangeArrowheads="1"/>
            </p:cNvSpPr>
            <p:nvPr/>
          </p:nvSpPr>
          <p:spPr bwMode="auto">
            <a:xfrm>
              <a:off x="4797" y="2095"/>
              <a:ext cx="86" cy="95"/>
            </a:xfrm>
            <a:prstGeom prst="upArrow">
              <a:avLst>
                <a:gd name="adj1" fmla="val 50000"/>
                <a:gd name="adj2" fmla="val 2761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21" name="Text Box 32"/>
            <p:cNvSpPr txBox="1">
              <a:spLocks noChangeArrowheads="1"/>
            </p:cNvSpPr>
            <p:nvPr/>
          </p:nvSpPr>
          <p:spPr bwMode="auto">
            <a:xfrm>
              <a:off x="4754" y="196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3622" name="AutoShape 33"/>
            <p:cNvSpPr>
              <a:spLocks noChangeArrowheads="1"/>
            </p:cNvSpPr>
            <p:nvPr/>
          </p:nvSpPr>
          <p:spPr bwMode="auto">
            <a:xfrm>
              <a:off x="4777" y="2595"/>
              <a:ext cx="86" cy="96"/>
            </a:xfrm>
            <a:prstGeom prst="upArrow">
              <a:avLst>
                <a:gd name="adj1" fmla="val 50000"/>
                <a:gd name="adj2" fmla="val 2790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623" name="Text Box 34"/>
            <p:cNvSpPr txBox="1">
              <a:spLocks noChangeArrowheads="1"/>
            </p:cNvSpPr>
            <p:nvPr/>
          </p:nvSpPr>
          <p:spPr bwMode="auto">
            <a:xfrm>
              <a:off x="4775" y="246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  <p:sp>
          <p:nvSpPr>
            <p:cNvPr id="23624" name="Freeform 35"/>
            <p:cNvSpPr>
              <a:spLocks/>
            </p:cNvSpPr>
            <p:nvPr/>
          </p:nvSpPr>
          <p:spPr bwMode="auto">
            <a:xfrm>
              <a:off x="4611" y="2098"/>
              <a:ext cx="78" cy="380"/>
            </a:xfrm>
            <a:custGeom>
              <a:avLst/>
              <a:gdLst>
                <a:gd name="T0" fmla="*/ 0 w 188"/>
                <a:gd name="T1" fmla="*/ 0 h 816"/>
                <a:gd name="T2" fmla="*/ 5 w 188"/>
                <a:gd name="T3" fmla="*/ 8 h 816"/>
                <a:gd name="T4" fmla="*/ 1 w 188"/>
                <a:gd name="T5" fmla="*/ 17 h 816"/>
                <a:gd name="T6" fmla="*/ 5 w 188"/>
                <a:gd name="T7" fmla="*/ 28 h 816"/>
                <a:gd name="T8" fmla="*/ 1 w 188"/>
                <a:gd name="T9" fmla="*/ 38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816"/>
                <a:gd name="T17" fmla="*/ 188 w 188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816">
                  <a:moveTo>
                    <a:pt x="0" y="0"/>
                  </a:moveTo>
                  <a:cubicBezTo>
                    <a:pt x="87" y="60"/>
                    <a:pt x="174" y="120"/>
                    <a:pt x="181" y="181"/>
                  </a:cubicBezTo>
                  <a:cubicBezTo>
                    <a:pt x="188" y="242"/>
                    <a:pt x="45" y="295"/>
                    <a:pt x="45" y="363"/>
                  </a:cubicBezTo>
                  <a:cubicBezTo>
                    <a:pt x="45" y="431"/>
                    <a:pt x="181" y="514"/>
                    <a:pt x="181" y="589"/>
                  </a:cubicBezTo>
                  <a:cubicBezTo>
                    <a:pt x="181" y="664"/>
                    <a:pt x="68" y="778"/>
                    <a:pt x="45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25" name="AutoShape 36"/>
            <p:cNvSpPr>
              <a:spLocks noChangeArrowheads="1"/>
            </p:cNvSpPr>
            <p:nvPr/>
          </p:nvSpPr>
          <p:spPr bwMode="auto">
            <a:xfrm>
              <a:off x="5091" y="2603"/>
              <a:ext cx="142" cy="152"/>
            </a:xfrm>
            <a:prstGeom prst="irregularSeal1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</p:grpSp>
      <p:sp>
        <p:nvSpPr>
          <p:cNvPr id="84005" name="Oval 37"/>
          <p:cNvSpPr>
            <a:spLocks noChangeArrowheads="1"/>
          </p:cNvSpPr>
          <p:nvPr/>
        </p:nvSpPr>
        <p:spPr bwMode="auto">
          <a:xfrm>
            <a:off x="2230438" y="4040188"/>
            <a:ext cx="944562" cy="4953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4006" name="Text Box 38"/>
          <p:cNvSpPr txBox="1">
            <a:spLocks noChangeArrowheads="1"/>
          </p:cNvSpPr>
          <p:nvPr/>
        </p:nvSpPr>
        <p:spPr bwMode="auto">
          <a:xfrm>
            <a:off x="976313" y="3816351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>
                <a:latin typeface="Arial" charset="0"/>
              </a:rPr>
              <a:t>SNUTO</a:t>
            </a:r>
            <a:endParaRPr lang="en-US" altLang="it-IT" sz="1800" b="1">
              <a:latin typeface="Arial" charset="0"/>
            </a:endParaRPr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6088064" y="4689476"/>
            <a:ext cx="2835275" cy="1323975"/>
            <a:chOff x="2965" y="2982"/>
            <a:chExt cx="1786" cy="834"/>
          </a:xfrm>
        </p:grpSpPr>
        <p:sp>
          <p:nvSpPr>
            <p:cNvPr id="23566" name="Line 40"/>
            <p:cNvSpPr>
              <a:spLocks noChangeShapeType="1"/>
            </p:cNvSpPr>
            <p:nvPr/>
          </p:nvSpPr>
          <p:spPr bwMode="auto">
            <a:xfrm flipV="1">
              <a:off x="3107" y="3222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7" name="Line 41"/>
            <p:cNvSpPr>
              <a:spLocks noChangeShapeType="1"/>
            </p:cNvSpPr>
            <p:nvPr/>
          </p:nvSpPr>
          <p:spPr bwMode="auto">
            <a:xfrm flipV="1">
              <a:off x="3107" y="3473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8" name="Text Box 42"/>
            <p:cNvSpPr txBox="1">
              <a:spLocks noChangeArrowheads="1"/>
            </p:cNvSpPr>
            <p:nvPr/>
          </p:nvSpPr>
          <p:spPr bwMode="auto">
            <a:xfrm>
              <a:off x="2965" y="3109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569" name="Text Box 43"/>
            <p:cNvSpPr txBox="1">
              <a:spLocks noChangeArrowheads="1"/>
            </p:cNvSpPr>
            <p:nvPr/>
          </p:nvSpPr>
          <p:spPr bwMode="auto">
            <a:xfrm>
              <a:off x="2965" y="3378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570" name="Line 44"/>
            <p:cNvSpPr>
              <a:spLocks noChangeShapeType="1"/>
            </p:cNvSpPr>
            <p:nvPr/>
          </p:nvSpPr>
          <p:spPr bwMode="auto">
            <a:xfrm flipV="1">
              <a:off x="3107" y="3733"/>
              <a:ext cx="1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71" name="Text Box 45"/>
            <p:cNvSpPr txBox="1">
              <a:spLocks noChangeArrowheads="1"/>
            </p:cNvSpPr>
            <p:nvPr/>
          </p:nvSpPr>
          <p:spPr bwMode="auto">
            <a:xfrm>
              <a:off x="2980" y="366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  <a:endParaRPr lang="it-IT" altLang="it-IT" sz="1000">
                <a:latin typeface="Arial" charset="0"/>
              </a:endParaRPr>
            </a:p>
          </p:txBody>
        </p:sp>
        <p:sp>
          <p:nvSpPr>
            <p:cNvPr id="23572" name="AutoShape 46"/>
            <p:cNvSpPr>
              <a:spLocks noChangeArrowheads="1"/>
            </p:cNvSpPr>
            <p:nvPr/>
          </p:nvSpPr>
          <p:spPr bwMode="auto">
            <a:xfrm>
              <a:off x="3528" y="364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73" name="Text Box 47"/>
            <p:cNvSpPr txBox="1">
              <a:spLocks noChangeArrowheads="1"/>
            </p:cNvSpPr>
            <p:nvPr/>
          </p:nvSpPr>
          <p:spPr bwMode="auto">
            <a:xfrm>
              <a:off x="3484" y="350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574" name="AutoShape 48"/>
            <p:cNvSpPr>
              <a:spLocks noChangeArrowheads="1"/>
            </p:cNvSpPr>
            <p:nvPr/>
          </p:nvSpPr>
          <p:spPr bwMode="auto">
            <a:xfrm>
              <a:off x="3528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75" name="Text Box 49"/>
            <p:cNvSpPr txBox="1">
              <a:spLocks noChangeArrowheads="1"/>
            </p:cNvSpPr>
            <p:nvPr/>
          </p:nvSpPr>
          <p:spPr bwMode="auto">
            <a:xfrm>
              <a:off x="3484" y="3000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576" name="AutoShape 50"/>
            <p:cNvSpPr>
              <a:spLocks noChangeArrowheads="1"/>
            </p:cNvSpPr>
            <p:nvPr/>
          </p:nvSpPr>
          <p:spPr bwMode="auto">
            <a:xfrm>
              <a:off x="3316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77" name="Text Box 51"/>
            <p:cNvSpPr txBox="1">
              <a:spLocks noChangeArrowheads="1"/>
            </p:cNvSpPr>
            <p:nvPr/>
          </p:nvSpPr>
          <p:spPr bwMode="auto">
            <a:xfrm>
              <a:off x="3272" y="299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578" name="AutoShape 52"/>
            <p:cNvSpPr>
              <a:spLocks noChangeArrowheads="1"/>
            </p:cNvSpPr>
            <p:nvPr/>
          </p:nvSpPr>
          <p:spPr bwMode="auto">
            <a:xfrm>
              <a:off x="3228" y="3373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79" name="Text Box 53"/>
            <p:cNvSpPr txBox="1">
              <a:spLocks noChangeArrowheads="1"/>
            </p:cNvSpPr>
            <p:nvPr/>
          </p:nvSpPr>
          <p:spPr bwMode="auto">
            <a:xfrm>
              <a:off x="3184" y="324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3580" name="AutoShape 54"/>
            <p:cNvSpPr>
              <a:spLocks noChangeArrowheads="1"/>
            </p:cNvSpPr>
            <p:nvPr/>
          </p:nvSpPr>
          <p:spPr bwMode="auto">
            <a:xfrm>
              <a:off x="3239" y="364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81" name="Text Box 55"/>
            <p:cNvSpPr txBox="1">
              <a:spLocks noChangeArrowheads="1"/>
            </p:cNvSpPr>
            <p:nvPr/>
          </p:nvSpPr>
          <p:spPr bwMode="auto">
            <a:xfrm>
              <a:off x="3195" y="3524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3582" name="AutoShape 56"/>
            <p:cNvSpPr>
              <a:spLocks noChangeArrowheads="1"/>
            </p:cNvSpPr>
            <p:nvPr/>
          </p:nvSpPr>
          <p:spPr bwMode="auto">
            <a:xfrm>
              <a:off x="4005" y="364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83" name="Text Box 57"/>
            <p:cNvSpPr txBox="1">
              <a:spLocks noChangeArrowheads="1"/>
            </p:cNvSpPr>
            <p:nvPr/>
          </p:nvSpPr>
          <p:spPr bwMode="auto">
            <a:xfrm>
              <a:off x="3960" y="350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3584" name="AutoShape 58"/>
            <p:cNvSpPr>
              <a:spLocks noChangeArrowheads="1"/>
            </p:cNvSpPr>
            <p:nvPr/>
          </p:nvSpPr>
          <p:spPr bwMode="auto">
            <a:xfrm>
              <a:off x="3970" y="3373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85" name="Text Box 59"/>
            <p:cNvSpPr txBox="1">
              <a:spLocks noChangeArrowheads="1"/>
            </p:cNvSpPr>
            <p:nvPr/>
          </p:nvSpPr>
          <p:spPr bwMode="auto">
            <a:xfrm>
              <a:off x="3926" y="32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3586" name="AutoShape 60"/>
            <p:cNvSpPr>
              <a:spLocks noChangeArrowheads="1"/>
            </p:cNvSpPr>
            <p:nvPr/>
          </p:nvSpPr>
          <p:spPr bwMode="auto">
            <a:xfrm>
              <a:off x="3959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87" name="Text Box 61"/>
            <p:cNvSpPr txBox="1">
              <a:spLocks noChangeArrowheads="1"/>
            </p:cNvSpPr>
            <p:nvPr/>
          </p:nvSpPr>
          <p:spPr bwMode="auto">
            <a:xfrm>
              <a:off x="3916" y="298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3588" name="AutoShape 62"/>
            <p:cNvSpPr>
              <a:spLocks noChangeArrowheads="1"/>
            </p:cNvSpPr>
            <p:nvPr/>
          </p:nvSpPr>
          <p:spPr bwMode="auto">
            <a:xfrm>
              <a:off x="4338" y="3373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89" name="Text Box 63"/>
            <p:cNvSpPr txBox="1">
              <a:spLocks noChangeArrowheads="1"/>
            </p:cNvSpPr>
            <p:nvPr/>
          </p:nvSpPr>
          <p:spPr bwMode="auto">
            <a:xfrm>
              <a:off x="4294" y="32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7</a:t>
              </a:r>
            </a:p>
          </p:txBody>
        </p:sp>
        <p:sp>
          <p:nvSpPr>
            <p:cNvPr id="23590" name="AutoShape 64"/>
            <p:cNvSpPr>
              <a:spLocks noChangeArrowheads="1"/>
            </p:cNvSpPr>
            <p:nvPr/>
          </p:nvSpPr>
          <p:spPr bwMode="auto">
            <a:xfrm>
              <a:off x="4249" y="3121"/>
              <a:ext cx="87" cy="101"/>
            </a:xfrm>
            <a:prstGeom prst="upArrow">
              <a:avLst>
                <a:gd name="adj1" fmla="val 50000"/>
                <a:gd name="adj2" fmla="val 2902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91" name="Text Box 65"/>
            <p:cNvSpPr txBox="1">
              <a:spLocks noChangeArrowheads="1"/>
            </p:cNvSpPr>
            <p:nvPr/>
          </p:nvSpPr>
          <p:spPr bwMode="auto">
            <a:xfrm>
              <a:off x="4206" y="298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3592" name="AutoShape 66"/>
            <p:cNvSpPr>
              <a:spLocks noChangeArrowheads="1"/>
            </p:cNvSpPr>
            <p:nvPr/>
          </p:nvSpPr>
          <p:spPr bwMode="auto">
            <a:xfrm>
              <a:off x="4318" y="3647"/>
              <a:ext cx="87" cy="100"/>
            </a:xfrm>
            <a:prstGeom prst="upArrow">
              <a:avLst>
                <a:gd name="adj1" fmla="val 50000"/>
                <a:gd name="adj2" fmla="val 28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3593" name="Text Box 67"/>
            <p:cNvSpPr txBox="1">
              <a:spLocks noChangeArrowheads="1"/>
            </p:cNvSpPr>
            <p:nvPr/>
          </p:nvSpPr>
          <p:spPr bwMode="auto">
            <a:xfrm>
              <a:off x="4317" y="3512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</p:grpSp>
      <p:sp>
        <p:nvSpPr>
          <p:cNvPr id="84036" name="Text Box 68"/>
          <p:cNvSpPr txBox="1">
            <a:spLocks noChangeArrowheads="1"/>
          </p:cNvSpPr>
          <p:nvPr/>
        </p:nvSpPr>
        <p:spPr bwMode="auto">
          <a:xfrm>
            <a:off x="5040313" y="5267326"/>
            <a:ext cx="1047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>
                <a:latin typeface="Arial" charset="0"/>
              </a:rPr>
              <a:t>WNUTO</a:t>
            </a:r>
            <a:endParaRPr lang="en-US" altLang="it-IT" sz="1800" b="1">
              <a:latin typeface="Arial" charset="0"/>
            </a:endParaRPr>
          </a:p>
        </p:txBody>
      </p:sp>
      <p:sp>
        <p:nvSpPr>
          <p:cNvPr id="84037" name="Oval 69"/>
          <p:cNvSpPr>
            <a:spLocks noChangeArrowheads="1"/>
          </p:cNvSpPr>
          <p:nvPr/>
        </p:nvSpPr>
        <p:spPr bwMode="auto">
          <a:xfrm>
            <a:off x="6357938" y="5499100"/>
            <a:ext cx="944562" cy="4953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4038" name="Text Box 70"/>
          <p:cNvSpPr txBox="1">
            <a:spLocks noChangeArrowheads="1"/>
          </p:cNvSpPr>
          <p:nvPr/>
        </p:nvSpPr>
        <p:spPr bwMode="auto">
          <a:xfrm>
            <a:off x="6919914" y="5119689"/>
            <a:ext cx="339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000">
                <a:latin typeface="Arial" charset="0"/>
              </a:rPr>
              <a:t>m</a:t>
            </a:r>
            <a:r>
              <a:rPr lang="it-IT" altLang="it-IT" sz="1000" baseline="-25000">
                <a:latin typeface="Arial" charset="0"/>
              </a:rPr>
              <a:t>2</a:t>
            </a:r>
          </a:p>
        </p:txBody>
      </p:sp>
      <p:sp>
        <p:nvSpPr>
          <p:cNvPr id="84039" name="Line 71"/>
          <p:cNvSpPr>
            <a:spLocks noChangeShapeType="1"/>
          </p:cNvSpPr>
          <p:nvPr/>
        </p:nvSpPr>
        <p:spPr bwMode="auto">
          <a:xfrm flipV="1">
            <a:off x="6899276" y="5049838"/>
            <a:ext cx="404813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4040" name="Line 72"/>
          <p:cNvSpPr>
            <a:spLocks noChangeShapeType="1"/>
          </p:cNvSpPr>
          <p:nvPr/>
        </p:nvSpPr>
        <p:spPr bwMode="auto">
          <a:xfrm flipH="1" flipV="1">
            <a:off x="6899276" y="5094288"/>
            <a:ext cx="404813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AutoShape 73"/>
          <p:cNvSpPr>
            <a:spLocks noChangeArrowheads="1"/>
          </p:cNvSpPr>
          <p:nvPr/>
        </p:nvSpPr>
        <p:spPr bwMode="auto">
          <a:xfrm>
            <a:off x="8743951" y="5753100"/>
            <a:ext cx="225425" cy="241300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25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732710" y="3361822"/>
            <a:ext cx="2578153" cy="1240342"/>
          </a:xfrm>
        </p:spPr>
        <p:txBody>
          <a:bodyPr/>
          <a:lstStyle/>
          <a:p>
            <a:pPr eaLnBrk="1" hangingPunct="1"/>
            <a:r>
              <a:rPr lang="en-US" altLang="it-IT" dirty="0"/>
              <a:t>TO(UA,SUTO)</a:t>
            </a:r>
          </a:p>
          <a:p>
            <a:pPr lvl="1" eaLnBrk="1" hangingPunct="1"/>
            <a:r>
              <a:rPr lang="en-US" altLang="it-IT" dirty="0"/>
              <a:t>The strongest TO spec.</a:t>
            </a:r>
          </a:p>
          <a:p>
            <a:endParaRPr lang="en-US" altLang="it-IT" dirty="0"/>
          </a:p>
          <a:p>
            <a:endParaRPr lang="en-US" altLang="it-IT" dirty="0"/>
          </a:p>
          <a:p>
            <a:endParaRPr lang="en-US" altLang="it-IT" dirty="0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6116639" y="1744674"/>
            <a:ext cx="3032125" cy="1482725"/>
            <a:chOff x="3266" y="2411"/>
            <a:chExt cx="1882" cy="826"/>
          </a:xfrm>
        </p:grpSpPr>
        <p:sp>
          <p:nvSpPr>
            <p:cNvPr id="24620" name="Line 5"/>
            <p:cNvSpPr>
              <a:spLocks noChangeShapeType="1"/>
            </p:cNvSpPr>
            <p:nvPr/>
          </p:nvSpPr>
          <p:spPr bwMode="auto">
            <a:xfrm flipV="1">
              <a:off x="3417" y="2651"/>
              <a:ext cx="17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1" name="Line 6"/>
            <p:cNvSpPr>
              <a:spLocks noChangeShapeType="1"/>
            </p:cNvSpPr>
            <p:nvPr/>
          </p:nvSpPr>
          <p:spPr bwMode="auto">
            <a:xfrm flipV="1">
              <a:off x="3417" y="2910"/>
              <a:ext cx="170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2" name="Line 7"/>
            <p:cNvSpPr>
              <a:spLocks noChangeShapeType="1"/>
            </p:cNvSpPr>
            <p:nvPr/>
          </p:nvSpPr>
          <p:spPr bwMode="auto">
            <a:xfrm flipV="1">
              <a:off x="3417" y="3168"/>
              <a:ext cx="17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3" name="Text Box 8"/>
            <p:cNvSpPr txBox="1">
              <a:spLocks noChangeArrowheads="1"/>
            </p:cNvSpPr>
            <p:nvPr/>
          </p:nvSpPr>
          <p:spPr bwMode="auto">
            <a:xfrm>
              <a:off x="3266" y="2549"/>
              <a:ext cx="18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24" name="Text Box 9"/>
            <p:cNvSpPr txBox="1">
              <a:spLocks noChangeArrowheads="1"/>
            </p:cNvSpPr>
            <p:nvPr/>
          </p:nvSpPr>
          <p:spPr bwMode="auto">
            <a:xfrm>
              <a:off x="3266" y="2825"/>
              <a:ext cx="18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625" name="Text Box 10"/>
            <p:cNvSpPr txBox="1">
              <a:spLocks noChangeArrowheads="1"/>
            </p:cNvSpPr>
            <p:nvPr/>
          </p:nvSpPr>
          <p:spPr bwMode="auto">
            <a:xfrm>
              <a:off x="3266" y="3088"/>
              <a:ext cx="18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4626" name="AutoShape 11"/>
            <p:cNvSpPr>
              <a:spLocks noChangeArrowheads="1"/>
            </p:cNvSpPr>
            <p:nvPr/>
          </p:nvSpPr>
          <p:spPr bwMode="auto">
            <a:xfrm>
              <a:off x="3867" y="3070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27" name="Text Box 12"/>
            <p:cNvSpPr txBox="1">
              <a:spLocks noChangeArrowheads="1"/>
            </p:cNvSpPr>
            <p:nvPr/>
          </p:nvSpPr>
          <p:spPr bwMode="auto">
            <a:xfrm>
              <a:off x="3821" y="2932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628" name="AutoShape 13"/>
            <p:cNvSpPr>
              <a:spLocks noChangeArrowheads="1"/>
            </p:cNvSpPr>
            <p:nvPr/>
          </p:nvSpPr>
          <p:spPr bwMode="auto">
            <a:xfrm>
              <a:off x="3939" y="2549"/>
              <a:ext cx="92" cy="104"/>
            </a:xfrm>
            <a:prstGeom prst="upArrow">
              <a:avLst>
                <a:gd name="adj1" fmla="val 50000"/>
                <a:gd name="adj2" fmla="val 2826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29" name="Text Box 14"/>
            <p:cNvSpPr txBox="1">
              <a:spLocks noChangeArrowheads="1"/>
            </p:cNvSpPr>
            <p:nvPr/>
          </p:nvSpPr>
          <p:spPr bwMode="auto">
            <a:xfrm>
              <a:off x="3892" y="2438"/>
              <a:ext cx="211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630" name="AutoShape 15"/>
            <p:cNvSpPr>
              <a:spLocks noChangeArrowheads="1"/>
            </p:cNvSpPr>
            <p:nvPr/>
          </p:nvSpPr>
          <p:spPr bwMode="auto">
            <a:xfrm>
              <a:off x="3962" y="2812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31" name="Text Box 16"/>
            <p:cNvSpPr txBox="1">
              <a:spLocks noChangeArrowheads="1"/>
            </p:cNvSpPr>
            <p:nvPr/>
          </p:nvSpPr>
          <p:spPr bwMode="auto">
            <a:xfrm>
              <a:off x="3915" y="2674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632" name="AutoShape 17"/>
            <p:cNvSpPr>
              <a:spLocks noChangeArrowheads="1"/>
            </p:cNvSpPr>
            <p:nvPr/>
          </p:nvSpPr>
          <p:spPr bwMode="auto">
            <a:xfrm>
              <a:off x="3641" y="2545"/>
              <a:ext cx="93" cy="103"/>
            </a:xfrm>
            <a:prstGeom prst="upArrow">
              <a:avLst>
                <a:gd name="adj1" fmla="val 50000"/>
                <a:gd name="adj2" fmla="val 2768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33" name="Text Box 18"/>
            <p:cNvSpPr txBox="1">
              <a:spLocks noChangeArrowheads="1"/>
            </p:cNvSpPr>
            <p:nvPr/>
          </p:nvSpPr>
          <p:spPr bwMode="auto">
            <a:xfrm>
              <a:off x="3594" y="2428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34" name="AutoShape 19"/>
            <p:cNvSpPr>
              <a:spLocks noChangeArrowheads="1"/>
            </p:cNvSpPr>
            <p:nvPr/>
          </p:nvSpPr>
          <p:spPr bwMode="auto">
            <a:xfrm>
              <a:off x="3512" y="2808"/>
              <a:ext cx="93" cy="103"/>
            </a:xfrm>
            <a:prstGeom prst="upArrow">
              <a:avLst>
                <a:gd name="adj1" fmla="val 50000"/>
                <a:gd name="adj2" fmla="val 2768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35" name="Text Box 20"/>
            <p:cNvSpPr txBox="1">
              <a:spLocks noChangeArrowheads="1"/>
            </p:cNvSpPr>
            <p:nvPr/>
          </p:nvSpPr>
          <p:spPr bwMode="auto">
            <a:xfrm>
              <a:off x="3465" y="2686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36" name="AutoShape 21"/>
            <p:cNvSpPr>
              <a:spLocks noChangeArrowheads="1"/>
            </p:cNvSpPr>
            <p:nvPr/>
          </p:nvSpPr>
          <p:spPr bwMode="auto">
            <a:xfrm>
              <a:off x="3559" y="3070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37" name="Text Box 22"/>
            <p:cNvSpPr txBox="1">
              <a:spLocks noChangeArrowheads="1"/>
            </p:cNvSpPr>
            <p:nvPr/>
          </p:nvSpPr>
          <p:spPr bwMode="auto">
            <a:xfrm>
              <a:off x="3512" y="2949"/>
              <a:ext cx="211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38" name="Freeform 23"/>
            <p:cNvSpPr>
              <a:spLocks/>
            </p:cNvSpPr>
            <p:nvPr/>
          </p:nvSpPr>
          <p:spPr bwMode="auto">
            <a:xfrm>
              <a:off x="4176" y="2540"/>
              <a:ext cx="71" cy="665"/>
            </a:xfrm>
            <a:custGeom>
              <a:avLst/>
              <a:gdLst>
                <a:gd name="T0" fmla="*/ 0 w 188"/>
                <a:gd name="T1" fmla="*/ 0 h 816"/>
                <a:gd name="T2" fmla="*/ 4 w 188"/>
                <a:gd name="T3" fmla="*/ 81 h 816"/>
                <a:gd name="T4" fmla="*/ 1 w 188"/>
                <a:gd name="T5" fmla="*/ 160 h 816"/>
                <a:gd name="T6" fmla="*/ 4 w 188"/>
                <a:gd name="T7" fmla="*/ 260 h 816"/>
                <a:gd name="T8" fmla="*/ 1 w 188"/>
                <a:gd name="T9" fmla="*/ 36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816"/>
                <a:gd name="T17" fmla="*/ 188 w 188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816">
                  <a:moveTo>
                    <a:pt x="0" y="0"/>
                  </a:moveTo>
                  <a:cubicBezTo>
                    <a:pt x="87" y="60"/>
                    <a:pt x="174" y="120"/>
                    <a:pt x="181" y="181"/>
                  </a:cubicBezTo>
                  <a:cubicBezTo>
                    <a:pt x="188" y="242"/>
                    <a:pt x="45" y="295"/>
                    <a:pt x="45" y="363"/>
                  </a:cubicBezTo>
                  <a:cubicBezTo>
                    <a:pt x="45" y="431"/>
                    <a:pt x="181" y="514"/>
                    <a:pt x="181" y="589"/>
                  </a:cubicBezTo>
                  <a:cubicBezTo>
                    <a:pt x="181" y="664"/>
                    <a:pt x="68" y="778"/>
                    <a:pt x="45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39" name="AutoShape 24"/>
            <p:cNvSpPr>
              <a:spLocks noChangeArrowheads="1"/>
            </p:cNvSpPr>
            <p:nvPr/>
          </p:nvSpPr>
          <p:spPr bwMode="auto">
            <a:xfrm>
              <a:off x="4484" y="2812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40" name="Text Box 25"/>
            <p:cNvSpPr txBox="1">
              <a:spLocks noChangeArrowheads="1"/>
            </p:cNvSpPr>
            <p:nvPr/>
          </p:nvSpPr>
          <p:spPr bwMode="auto">
            <a:xfrm>
              <a:off x="4437" y="2674"/>
              <a:ext cx="21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4641" name="AutoShape 26"/>
            <p:cNvSpPr>
              <a:spLocks noChangeArrowheads="1"/>
            </p:cNvSpPr>
            <p:nvPr/>
          </p:nvSpPr>
          <p:spPr bwMode="auto">
            <a:xfrm>
              <a:off x="4389" y="2549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42" name="Text Box 27"/>
            <p:cNvSpPr txBox="1">
              <a:spLocks noChangeArrowheads="1"/>
            </p:cNvSpPr>
            <p:nvPr/>
          </p:nvSpPr>
          <p:spPr bwMode="auto">
            <a:xfrm>
              <a:off x="4343" y="2411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4643" name="AutoShape 28"/>
            <p:cNvSpPr>
              <a:spLocks noChangeArrowheads="1"/>
            </p:cNvSpPr>
            <p:nvPr/>
          </p:nvSpPr>
          <p:spPr bwMode="auto">
            <a:xfrm>
              <a:off x="4816" y="2812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44" name="Text Box 29"/>
            <p:cNvSpPr txBox="1">
              <a:spLocks noChangeArrowheads="1"/>
            </p:cNvSpPr>
            <p:nvPr/>
          </p:nvSpPr>
          <p:spPr bwMode="auto">
            <a:xfrm>
              <a:off x="4769" y="2674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4645" name="AutoShape 30"/>
            <p:cNvSpPr>
              <a:spLocks noChangeArrowheads="1"/>
            </p:cNvSpPr>
            <p:nvPr/>
          </p:nvSpPr>
          <p:spPr bwMode="auto">
            <a:xfrm>
              <a:off x="4721" y="2549"/>
              <a:ext cx="93" cy="104"/>
            </a:xfrm>
            <a:prstGeom prst="upArrow">
              <a:avLst>
                <a:gd name="adj1" fmla="val 50000"/>
                <a:gd name="adj2" fmla="val 2795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46" name="Text Box 31"/>
            <p:cNvSpPr txBox="1">
              <a:spLocks noChangeArrowheads="1"/>
            </p:cNvSpPr>
            <p:nvPr/>
          </p:nvSpPr>
          <p:spPr bwMode="auto">
            <a:xfrm>
              <a:off x="4675" y="2411"/>
              <a:ext cx="21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4647" name="AutoShape 32"/>
            <p:cNvSpPr>
              <a:spLocks noChangeArrowheads="1"/>
            </p:cNvSpPr>
            <p:nvPr/>
          </p:nvSpPr>
          <p:spPr bwMode="auto">
            <a:xfrm>
              <a:off x="4958" y="3099"/>
              <a:ext cx="190" cy="138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176338" y="4251327"/>
            <a:ext cx="3149600" cy="1485900"/>
            <a:chOff x="3306" y="2074"/>
            <a:chExt cx="1984" cy="936"/>
          </a:xfrm>
        </p:grpSpPr>
        <p:sp>
          <p:nvSpPr>
            <p:cNvPr id="24588" name="Line 34"/>
            <p:cNvSpPr>
              <a:spLocks noChangeShapeType="1"/>
            </p:cNvSpPr>
            <p:nvPr/>
          </p:nvSpPr>
          <p:spPr bwMode="auto">
            <a:xfrm flipV="1">
              <a:off x="3458" y="2345"/>
              <a:ext cx="17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89" name="Line 35"/>
            <p:cNvSpPr>
              <a:spLocks noChangeShapeType="1"/>
            </p:cNvSpPr>
            <p:nvPr/>
          </p:nvSpPr>
          <p:spPr bwMode="auto">
            <a:xfrm flipV="1">
              <a:off x="3458" y="2630"/>
              <a:ext cx="17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0" name="Text Box 36"/>
            <p:cNvSpPr txBox="1">
              <a:spLocks noChangeArrowheads="1"/>
            </p:cNvSpPr>
            <p:nvPr/>
          </p:nvSpPr>
          <p:spPr bwMode="auto">
            <a:xfrm>
              <a:off x="3306" y="2218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591" name="Text Box 37"/>
            <p:cNvSpPr txBox="1">
              <a:spLocks noChangeArrowheads="1"/>
            </p:cNvSpPr>
            <p:nvPr/>
          </p:nvSpPr>
          <p:spPr bwMode="auto">
            <a:xfrm>
              <a:off x="3306" y="252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592" name="Line 38"/>
            <p:cNvSpPr>
              <a:spLocks noChangeShapeType="1"/>
            </p:cNvSpPr>
            <p:nvPr/>
          </p:nvSpPr>
          <p:spPr bwMode="auto">
            <a:xfrm flipV="1">
              <a:off x="3458" y="2925"/>
              <a:ext cx="17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3" name="Text Box 39"/>
            <p:cNvSpPr txBox="1">
              <a:spLocks noChangeArrowheads="1"/>
            </p:cNvSpPr>
            <p:nvPr/>
          </p:nvSpPr>
          <p:spPr bwMode="auto">
            <a:xfrm>
              <a:off x="3323" y="2844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  <a:endParaRPr lang="it-IT" altLang="it-IT" sz="1000">
                <a:latin typeface="Arial" charset="0"/>
              </a:endParaRPr>
            </a:p>
          </p:txBody>
        </p:sp>
        <p:sp>
          <p:nvSpPr>
            <p:cNvPr id="24594" name="AutoShape 40"/>
            <p:cNvSpPr>
              <a:spLocks noChangeArrowheads="1"/>
            </p:cNvSpPr>
            <p:nvPr/>
          </p:nvSpPr>
          <p:spPr bwMode="auto">
            <a:xfrm>
              <a:off x="3909" y="2821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595" name="Text Box 41"/>
            <p:cNvSpPr txBox="1">
              <a:spLocks noChangeArrowheads="1"/>
            </p:cNvSpPr>
            <p:nvPr/>
          </p:nvSpPr>
          <p:spPr bwMode="auto">
            <a:xfrm>
              <a:off x="3861" y="2668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596" name="AutoShape 42"/>
            <p:cNvSpPr>
              <a:spLocks noChangeArrowheads="1"/>
            </p:cNvSpPr>
            <p:nvPr/>
          </p:nvSpPr>
          <p:spPr bwMode="auto">
            <a:xfrm>
              <a:off x="3909" y="2232"/>
              <a:ext cx="93" cy="113"/>
            </a:xfrm>
            <a:prstGeom prst="upArrow">
              <a:avLst>
                <a:gd name="adj1" fmla="val 50000"/>
                <a:gd name="adj2" fmla="val 303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597" name="Text Box 43"/>
            <p:cNvSpPr txBox="1">
              <a:spLocks noChangeArrowheads="1"/>
            </p:cNvSpPr>
            <p:nvPr/>
          </p:nvSpPr>
          <p:spPr bwMode="auto">
            <a:xfrm>
              <a:off x="3861" y="2095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598" name="AutoShape 44"/>
            <p:cNvSpPr>
              <a:spLocks noChangeArrowheads="1"/>
            </p:cNvSpPr>
            <p:nvPr/>
          </p:nvSpPr>
          <p:spPr bwMode="auto">
            <a:xfrm>
              <a:off x="3932" y="2516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599" name="Text Box 45"/>
            <p:cNvSpPr txBox="1">
              <a:spLocks noChangeArrowheads="1"/>
            </p:cNvSpPr>
            <p:nvPr/>
          </p:nvSpPr>
          <p:spPr bwMode="auto">
            <a:xfrm>
              <a:off x="3885" y="2356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4600" name="AutoShape 46"/>
            <p:cNvSpPr>
              <a:spLocks noChangeArrowheads="1"/>
            </p:cNvSpPr>
            <p:nvPr/>
          </p:nvSpPr>
          <p:spPr bwMode="auto">
            <a:xfrm>
              <a:off x="3682" y="2232"/>
              <a:ext cx="93" cy="113"/>
            </a:xfrm>
            <a:prstGeom prst="upArrow">
              <a:avLst>
                <a:gd name="adj1" fmla="val 50000"/>
                <a:gd name="adj2" fmla="val 303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01" name="Text Box 47"/>
            <p:cNvSpPr txBox="1">
              <a:spLocks noChangeArrowheads="1"/>
            </p:cNvSpPr>
            <p:nvPr/>
          </p:nvSpPr>
          <p:spPr bwMode="auto">
            <a:xfrm>
              <a:off x="3635" y="2084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02" name="AutoShape 48"/>
            <p:cNvSpPr>
              <a:spLocks noChangeArrowheads="1"/>
            </p:cNvSpPr>
            <p:nvPr/>
          </p:nvSpPr>
          <p:spPr bwMode="auto">
            <a:xfrm>
              <a:off x="3587" y="2516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03" name="Text Box 49"/>
            <p:cNvSpPr txBox="1">
              <a:spLocks noChangeArrowheads="1"/>
            </p:cNvSpPr>
            <p:nvPr/>
          </p:nvSpPr>
          <p:spPr bwMode="auto">
            <a:xfrm>
              <a:off x="3540" y="236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04" name="AutoShape 50"/>
            <p:cNvSpPr>
              <a:spLocks noChangeArrowheads="1"/>
            </p:cNvSpPr>
            <p:nvPr/>
          </p:nvSpPr>
          <p:spPr bwMode="auto">
            <a:xfrm>
              <a:off x="3599" y="2821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05" name="Text Box 51"/>
            <p:cNvSpPr txBox="1">
              <a:spLocks noChangeArrowheads="1"/>
            </p:cNvSpPr>
            <p:nvPr/>
          </p:nvSpPr>
          <p:spPr bwMode="auto">
            <a:xfrm>
              <a:off x="3552" y="2687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4606" name="Freeform 52"/>
            <p:cNvSpPr>
              <a:spLocks/>
            </p:cNvSpPr>
            <p:nvPr/>
          </p:nvSpPr>
          <p:spPr bwMode="auto">
            <a:xfrm>
              <a:off x="4147" y="2156"/>
              <a:ext cx="71" cy="836"/>
            </a:xfrm>
            <a:custGeom>
              <a:avLst/>
              <a:gdLst>
                <a:gd name="T0" fmla="*/ 0 w 188"/>
                <a:gd name="T1" fmla="*/ 0 h 816"/>
                <a:gd name="T2" fmla="*/ 4 w 188"/>
                <a:gd name="T3" fmla="*/ 200 h 816"/>
                <a:gd name="T4" fmla="*/ 1 w 188"/>
                <a:gd name="T5" fmla="*/ 400 h 816"/>
                <a:gd name="T6" fmla="*/ 4 w 188"/>
                <a:gd name="T7" fmla="*/ 649 h 816"/>
                <a:gd name="T8" fmla="*/ 1 w 188"/>
                <a:gd name="T9" fmla="*/ 898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816"/>
                <a:gd name="T17" fmla="*/ 188 w 188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816">
                  <a:moveTo>
                    <a:pt x="0" y="0"/>
                  </a:moveTo>
                  <a:cubicBezTo>
                    <a:pt x="87" y="60"/>
                    <a:pt x="174" y="120"/>
                    <a:pt x="181" y="181"/>
                  </a:cubicBezTo>
                  <a:cubicBezTo>
                    <a:pt x="188" y="242"/>
                    <a:pt x="45" y="295"/>
                    <a:pt x="45" y="363"/>
                  </a:cubicBezTo>
                  <a:cubicBezTo>
                    <a:pt x="45" y="431"/>
                    <a:pt x="181" y="514"/>
                    <a:pt x="181" y="589"/>
                  </a:cubicBezTo>
                  <a:cubicBezTo>
                    <a:pt x="181" y="664"/>
                    <a:pt x="68" y="778"/>
                    <a:pt x="45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7" name="AutoShape 53"/>
            <p:cNvSpPr>
              <a:spLocks noChangeArrowheads="1"/>
            </p:cNvSpPr>
            <p:nvPr/>
          </p:nvSpPr>
          <p:spPr bwMode="auto">
            <a:xfrm>
              <a:off x="4418" y="2821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08" name="Text Box 54"/>
            <p:cNvSpPr txBox="1">
              <a:spLocks noChangeArrowheads="1"/>
            </p:cNvSpPr>
            <p:nvPr/>
          </p:nvSpPr>
          <p:spPr bwMode="auto">
            <a:xfrm>
              <a:off x="4371" y="2668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4609" name="AutoShape 55"/>
            <p:cNvSpPr>
              <a:spLocks noChangeArrowheads="1"/>
            </p:cNvSpPr>
            <p:nvPr/>
          </p:nvSpPr>
          <p:spPr bwMode="auto">
            <a:xfrm>
              <a:off x="4381" y="2516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10" name="Text Box 56"/>
            <p:cNvSpPr txBox="1">
              <a:spLocks noChangeArrowheads="1"/>
            </p:cNvSpPr>
            <p:nvPr/>
          </p:nvSpPr>
          <p:spPr bwMode="auto">
            <a:xfrm>
              <a:off x="4334" y="2356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4611" name="AutoShape 57"/>
            <p:cNvSpPr>
              <a:spLocks noChangeArrowheads="1"/>
            </p:cNvSpPr>
            <p:nvPr/>
          </p:nvSpPr>
          <p:spPr bwMode="auto">
            <a:xfrm>
              <a:off x="4369" y="2232"/>
              <a:ext cx="93" cy="113"/>
            </a:xfrm>
            <a:prstGeom prst="upArrow">
              <a:avLst>
                <a:gd name="adj1" fmla="val 50000"/>
                <a:gd name="adj2" fmla="val 303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12" name="Text Box 58"/>
            <p:cNvSpPr txBox="1">
              <a:spLocks noChangeArrowheads="1"/>
            </p:cNvSpPr>
            <p:nvPr/>
          </p:nvSpPr>
          <p:spPr bwMode="auto">
            <a:xfrm>
              <a:off x="4322" y="2074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4613" name="AutoShape 59"/>
            <p:cNvSpPr>
              <a:spLocks noChangeArrowheads="1"/>
            </p:cNvSpPr>
            <p:nvPr/>
          </p:nvSpPr>
          <p:spPr bwMode="auto">
            <a:xfrm>
              <a:off x="4870" y="2516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14" name="Text Box 60"/>
            <p:cNvSpPr txBox="1">
              <a:spLocks noChangeArrowheads="1"/>
            </p:cNvSpPr>
            <p:nvPr/>
          </p:nvSpPr>
          <p:spPr bwMode="auto">
            <a:xfrm>
              <a:off x="4823" y="2356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4615" name="AutoShape 61"/>
            <p:cNvSpPr>
              <a:spLocks noChangeArrowheads="1"/>
            </p:cNvSpPr>
            <p:nvPr/>
          </p:nvSpPr>
          <p:spPr bwMode="auto">
            <a:xfrm>
              <a:off x="4775" y="2232"/>
              <a:ext cx="93" cy="113"/>
            </a:xfrm>
            <a:prstGeom prst="upArrow">
              <a:avLst>
                <a:gd name="adj1" fmla="val 50000"/>
                <a:gd name="adj2" fmla="val 303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16" name="Text Box 62"/>
            <p:cNvSpPr txBox="1">
              <a:spLocks noChangeArrowheads="1"/>
            </p:cNvSpPr>
            <p:nvPr/>
          </p:nvSpPr>
          <p:spPr bwMode="auto">
            <a:xfrm>
              <a:off x="4728" y="2074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4617" name="AutoShape 63"/>
            <p:cNvSpPr>
              <a:spLocks noChangeArrowheads="1"/>
            </p:cNvSpPr>
            <p:nvPr/>
          </p:nvSpPr>
          <p:spPr bwMode="auto">
            <a:xfrm>
              <a:off x="4754" y="2826"/>
              <a:ext cx="93" cy="114"/>
            </a:xfrm>
            <a:prstGeom prst="upArrow">
              <a:avLst>
                <a:gd name="adj1" fmla="val 50000"/>
                <a:gd name="adj2" fmla="val 3064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4618" name="Text Box 64"/>
            <p:cNvSpPr txBox="1">
              <a:spLocks noChangeArrowheads="1"/>
            </p:cNvSpPr>
            <p:nvPr/>
          </p:nvSpPr>
          <p:spPr bwMode="auto">
            <a:xfrm>
              <a:off x="4752" y="2674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  <p:sp>
          <p:nvSpPr>
            <p:cNvPr id="24619" name="AutoShape 65"/>
            <p:cNvSpPr>
              <a:spLocks noChangeArrowheads="1"/>
            </p:cNvSpPr>
            <p:nvPr/>
          </p:nvSpPr>
          <p:spPr bwMode="auto">
            <a:xfrm>
              <a:off x="5100" y="2858"/>
              <a:ext cx="190" cy="152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</p:grpSp>
      <p:sp>
        <p:nvSpPr>
          <p:cNvPr id="85058" name="Oval 66"/>
          <p:cNvSpPr>
            <a:spLocks noChangeArrowheads="1"/>
          </p:cNvSpPr>
          <p:nvPr/>
        </p:nvSpPr>
        <p:spPr bwMode="auto">
          <a:xfrm>
            <a:off x="2752725" y="5151439"/>
            <a:ext cx="1123950" cy="585788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5059" name="Rectangle 67"/>
          <p:cNvSpPr>
            <a:spLocks noChangeArrowheads="1"/>
          </p:cNvSpPr>
          <p:nvPr/>
        </p:nvSpPr>
        <p:spPr bwMode="auto">
          <a:xfrm>
            <a:off x="1195389" y="3517746"/>
            <a:ext cx="2944692" cy="64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marL="0" indent="0" algn="ctr" eaLnBrk="1" hangingPunct="1">
              <a:buNone/>
            </a:pPr>
            <a:r>
              <a:rPr lang="it-IT" altLang="it-IT" sz="2000" dirty="0">
                <a:latin typeface="+mn-lt"/>
              </a:rPr>
              <a:t>TO(NUA,SUTO)</a:t>
            </a:r>
          </a:p>
          <a:p>
            <a:pPr algn="ctr" eaLnBrk="1" hangingPunct="1">
              <a:buFontTx/>
              <a:buNone/>
            </a:pPr>
            <a:endParaRPr lang="it-IT" altLang="it-IT" dirty="0"/>
          </a:p>
        </p:txBody>
      </p: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4867518" y="3665539"/>
            <a:ext cx="1473200" cy="2352675"/>
            <a:chOff x="3795" y="2132"/>
            <a:chExt cx="928" cy="1482"/>
          </a:xfrm>
          <a:solidFill>
            <a:schemeClr val="accent2"/>
          </a:solidFill>
        </p:grpSpPr>
        <p:sp>
          <p:nvSpPr>
            <p:cNvPr id="24585" name="Oval 69"/>
            <p:cNvSpPr>
              <a:spLocks noChangeArrowheads="1"/>
            </p:cNvSpPr>
            <p:nvPr/>
          </p:nvSpPr>
          <p:spPr bwMode="auto">
            <a:xfrm>
              <a:off x="3795" y="2132"/>
              <a:ext cx="928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TO(UA,SUTO)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(Strongest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total order)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4586" name="Oval 70"/>
            <p:cNvSpPr>
              <a:spLocks noChangeArrowheads="1"/>
            </p:cNvSpPr>
            <p:nvPr/>
          </p:nvSpPr>
          <p:spPr bwMode="auto">
            <a:xfrm>
              <a:off x="3796" y="3067"/>
              <a:ext cx="927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TO(NUA,SUTO)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4587" name="AutoShape 71"/>
            <p:cNvCxnSpPr>
              <a:cxnSpLocks noChangeShapeType="1"/>
              <a:stCxn id="24585" idx="4"/>
              <a:endCxn id="24586" idx="0"/>
            </p:cNvCxnSpPr>
            <p:nvPr/>
          </p:nvCxnSpPr>
          <p:spPr bwMode="auto">
            <a:xfrm>
              <a:off x="4259" y="2679"/>
              <a:ext cx="1" cy="3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20802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 (2)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730" y="2658436"/>
            <a:ext cx="2324869" cy="513068"/>
          </a:xfrm>
        </p:spPr>
        <p:txBody>
          <a:bodyPr/>
          <a:lstStyle/>
          <a:p>
            <a:pPr eaLnBrk="1" hangingPunct="1"/>
            <a:r>
              <a:rPr lang="en-US" altLang="it-IT" sz="2800"/>
              <a:t>TO(UA,WUTO)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2339977" y="1974851"/>
            <a:ext cx="3195638" cy="1574800"/>
            <a:chOff x="2880" y="1565"/>
            <a:chExt cx="1967" cy="850"/>
          </a:xfrm>
        </p:grpSpPr>
        <p:sp>
          <p:nvSpPr>
            <p:cNvPr id="25662" name="Line 5"/>
            <p:cNvSpPr>
              <a:spLocks noChangeShapeType="1"/>
            </p:cNvSpPr>
            <p:nvPr/>
          </p:nvSpPr>
          <p:spPr bwMode="auto">
            <a:xfrm flipV="1">
              <a:off x="3029" y="1819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3" name="Line 6"/>
            <p:cNvSpPr>
              <a:spLocks noChangeShapeType="1"/>
            </p:cNvSpPr>
            <p:nvPr/>
          </p:nvSpPr>
          <p:spPr bwMode="auto">
            <a:xfrm flipV="1">
              <a:off x="3029" y="2086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4" name="Line 7"/>
            <p:cNvSpPr>
              <a:spLocks noChangeShapeType="1"/>
            </p:cNvSpPr>
            <p:nvPr/>
          </p:nvSpPr>
          <p:spPr bwMode="auto">
            <a:xfrm flipV="1">
              <a:off x="3029" y="2354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5" name="AutoShape 8"/>
            <p:cNvSpPr>
              <a:spLocks noChangeArrowheads="1"/>
            </p:cNvSpPr>
            <p:nvPr/>
          </p:nvSpPr>
          <p:spPr bwMode="auto">
            <a:xfrm>
              <a:off x="3984" y="2247"/>
              <a:ext cx="92" cy="107"/>
            </a:xfrm>
            <a:prstGeom prst="upArrow">
              <a:avLst>
                <a:gd name="adj1" fmla="val 50000"/>
                <a:gd name="adj2" fmla="val 290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66" name="Text Box 9"/>
            <p:cNvSpPr txBox="1">
              <a:spLocks noChangeArrowheads="1"/>
            </p:cNvSpPr>
            <p:nvPr/>
          </p:nvSpPr>
          <p:spPr bwMode="auto">
            <a:xfrm>
              <a:off x="3938" y="2091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67" name="Text Box 10"/>
            <p:cNvSpPr txBox="1">
              <a:spLocks noChangeArrowheads="1"/>
            </p:cNvSpPr>
            <p:nvPr/>
          </p:nvSpPr>
          <p:spPr bwMode="auto">
            <a:xfrm>
              <a:off x="2880" y="1700"/>
              <a:ext cx="18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68" name="Text Box 11"/>
            <p:cNvSpPr txBox="1">
              <a:spLocks noChangeArrowheads="1"/>
            </p:cNvSpPr>
            <p:nvPr/>
          </p:nvSpPr>
          <p:spPr bwMode="auto">
            <a:xfrm>
              <a:off x="2880" y="1985"/>
              <a:ext cx="18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669" name="Text Box 12"/>
            <p:cNvSpPr txBox="1">
              <a:spLocks noChangeArrowheads="1"/>
            </p:cNvSpPr>
            <p:nvPr/>
          </p:nvSpPr>
          <p:spPr bwMode="auto">
            <a:xfrm>
              <a:off x="2880" y="2256"/>
              <a:ext cx="18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70" name="AutoShape 13"/>
            <p:cNvSpPr>
              <a:spLocks noChangeArrowheads="1"/>
            </p:cNvSpPr>
            <p:nvPr/>
          </p:nvSpPr>
          <p:spPr bwMode="auto">
            <a:xfrm>
              <a:off x="3541" y="1713"/>
              <a:ext cx="91" cy="106"/>
            </a:xfrm>
            <a:prstGeom prst="upArrow">
              <a:avLst>
                <a:gd name="adj1" fmla="val 50000"/>
                <a:gd name="adj2" fmla="val 2912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71" name="Text Box 14"/>
            <p:cNvSpPr txBox="1">
              <a:spLocks noChangeArrowheads="1"/>
            </p:cNvSpPr>
            <p:nvPr/>
          </p:nvSpPr>
          <p:spPr bwMode="auto">
            <a:xfrm>
              <a:off x="3495" y="1585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672" name="AutoShape 15"/>
            <p:cNvSpPr>
              <a:spLocks noChangeArrowheads="1"/>
            </p:cNvSpPr>
            <p:nvPr/>
          </p:nvSpPr>
          <p:spPr bwMode="auto">
            <a:xfrm>
              <a:off x="3581" y="1993"/>
              <a:ext cx="92" cy="93"/>
            </a:xfrm>
            <a:prstGeom prst="upArrow">
              <a:avLst>
                <a:gd name="adj1" fmla="val 50000"/>
                <a:gd name="adj2" fmla="val 25272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73" name="Text Box 16"/>
            <p:cNvSpPr txBox="1">
              <a:spLocks noChangeArrowheads="1"/>
            </p:cNvSpPr>
            <p:nvPr/>
          </p:nvSpPr>
          <p:spPr bwMode="auto">
            <a:xfrm>
              <a:off x="3542" y="1873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674" name="AutoShape 17"/>
            <p:cNvSpPr>
              <a:spLocks noChangeArrowheads="1"/>
            </p:cNvSpPr>
            <p:nvPr/>
          </p:nvSpPr>
          <p:spPr bwMode="auto">
            <a:xfrm>
              <a:off x="3248" y="1713"/>
              <a:ext cx="92" cy="106"/>
            </a:xfrm>
            <a:prstGeom prst="upArrow">
              <a:avLst>
                <a:gd name="adj1" fmla="val 50000"/>
                <a:gd name="adj2" fmla="val 28804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75" name="Text Box 18"/>
            <p:cNvSpPr txBox="1">
              <a:spLocks noChangeArrowheads="1"/>
            </p:cNvSpPr>
            <p:nvPr/>
          </p:nvSpPr>
          <p:spPr bwMode="auto">
            <a:xfrm>
              <a:off x="3202" y="1574"/>
              <a:ext cx="210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76" name="AutoShape 19"/>
            <p:cNvSpPr>
              <a:spLocks noChangeArrowheads="1"/>
            </p:cNvSpPr>
            <p:nvPr/>
          </p:nvSpPr>
          <p:spPr bwMode="auto">
            <a:xfrm>
              <a:off x="3155" y="1979"/>
              <a:ext cx="92" cy="107"/>
            </a:xfrm>
            <a:prstGeom prst="upArrow">
              <a:avLst>
                <a:gd name="adj1" fmla="val 50000"/>
                <a:gd name="adj2" fmla="val 290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77" name="Text Box 20"/>
            <p:cNvSpPr txBox="1">
              <a:spLocks noChangeArrowheads="1"/>
            </p:cNvSpPr>
            <p:nvPr/>
          </p:nvSpPr>
          <p:spPr bwMode="auto">
            <a:xfrm>
              <a:off x="3109" y="1841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78" name="AutoShape 21"/>
            <p:cNvSpPr>
              <a:spLocks noChangeArrowheads="1"/>
            </p:cNvSpPr>
            <p:nvPr/>
          </p:nvSpPr>
          <p:spPr bwMode="auto">
            <a:xfrm>
              <a:off x="3238" y="2255"/>
              <a:ext cx="91" cy="107"/>
            </a:xfrm>
            <a:prstGeom prst="upArrow">
              <a:avLst>
                <a:gd name="adj1" fmla="val 50000"/>
                <a:gd name="adj2" fmla="val 2939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79" name="Text Box 22"/>
            <p:cNvSpPr txBox="1">
              <a:spLocks noChangeArrowheads="1"/>
            </p:cNvSpPr>
            <p:nvPr/>
          </p:nvSpPr>
          <p:spPr bwMode="auto">
            <a:xfrm>
              <a:off x="3192" y="2108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80" name="AutoShape 23"/>
            <p:cNvSpPr>
              <a:spLocks noChangeArrowheads="1"/>
            </p:cNvSpPr>
            <p:nvPr/>
          </p:nvSpPr>
          <p:spPr bwMode="auto">
            <a:xfrm>
              <a:off x="4077" y="1979"/>
              <a:ext cx="92" cy="107"/>
            </a:xfrm>
            <a:prstGeom prst="upArrow">
              <a:avLst>
                <a:gd name="adj1" fmla="val 50000"/>
                <a:gd name="adj2" fmla="val 290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81" name="Text Box 24"/>
            <p:cNvSpPr txBox="1">
              <a:spLocks noChangeArrowheads="1"/>
            </p:cNvSpPr>
            <p:nvPr/>
          </p:nvSpPr>
          <p:spPr bwMode="auto">
            <a:xfrm>
              <a:off x="4031" y="1829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82" name="AutoShape 25"/>
            <p:cNvSpPr>
              <a:spLocks noChangeArrowheads="1"/>
            </p:cNvSpPr>
            <p:nvPr/>
          </p:nvSpPr>
          <p:spPr bwMode="auto">
            <a:xfrm>
              <a:off x="3984" y="1713"/>
              <a:ext cx="92" cy="106"/>
            </a:xfrm>
            <a:prstGeom prst="upArrow">
              <a:avLst>
                <a:gd name="adj1" fmla="val 50000"/>
                <a:gd name="adj2" fmla="val 28804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83" name="Text Box 26"/>
            <p:cNvSpPr txBox="1">
              <a:spLocks noChangeArrowheads="1"/>
            </p:cNvSpPr>
            <p:nvPr/>
          </p:nvSpPr>
          <p:spPr bwMode="auto">
            <a:xfrm>
              <a:off x="3938" y="1565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84" name="AutoShape 27"/>
            <p:cNvSpPr>
              <a:spLocks noChangeArrowheads="1"/>
            </p:cNvSpPr>
            <p:nvPr/>
          </p:nvSpPr>
          <p:spPr bwMode="auto">
            <a:xfrm>
              <a:off x="4322" y="2247"/>
              <a:ext cx="91" cy="107"/>
            </a:xfrm>
            <a:prstGeom prst="upArrow">
              <a:avLst>
                <a:gd name="adj1" fmla="val 50000"/>
                <a:gd name="adj2" fmla="val 2939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85" name="Text Box 28"/>
            <p:cNvSpPr txBox="1">
              <a:spLocks noChangeArrowheads="1"/>
            </p:cNvSpPr>
            <p:nvPr/>
          </p:nvSpPr>
          <p:spPr bwMode="auto">
            <a:xfrm>
              <a:off x="4275" y="2091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5686" name="AutoShape 29"/>
            <p:cNvSpPr>
              <a:spLocks noChangeArrowheads="1"/>
            </p:cNvSpPr>
            <p:nvPr/>
          </p:nvSpPr>
          <p:spPr bwMode="auto">
            <a:xfrm>
              <a:off x="4404" y="1979"/>
              <a:ext cx="91" cy="107"/>
            </a:xfrm>
            <a:prstGeom prst="upArrow">
              <a:avLst>
                <a:gd name="adj1" fmla="val 50000"/>
                <a:gd name="adj2" fmla="val 2939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87" name="Text Box 30"/>
            <p:cNvSpPr txBox="1">
              <a:spLocks noChangeArrowheads="1"/>
            </p:cNvSpPr>
            <p:nvPr/>
          </p:nvSpPr>
          <p:spPr bwMode="auto">
            <a:xfrm>
              <a:off x="4358" y="1829"/>
              <a:ext cx="210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5688" name="AutoShape 31"/>
            <p:cNvSpPr>
              <a:spLocks noChangeArrowheads="1"/>
            </p:cNvSpPr>
            <p:nvPr/>
          </p:nvSpPr>
          <p:spPr bwMode="auto">
            <a:xfrm>
              <a:off x="4311" y="1713"/>
              <a:ext cx="91" cy="106"/>
            </a:xfrm>
            <a:prstGeom prst="upArrow">
              <a:avLst>
                <a:gd name="adj1" fmla="val 50000"/>
                <a:gd name="adj2" fmla="val 2912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89" name="Text Box 32"/>
            <p:cNvSpPr txBox="1">
              <a:spLocks noChangeArrowheads="1"/>
            </p:cNvSpPr>
            <p:nvPr/>
          </p:nvSpPr>
          <p:spPr bwMode="auto">
            <a:xfrm>
              <a:off x="4265" y="1565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5690" name="AutoShape 33"/>
            <p:cNvSpPr>
              <a:spLocks noChangeArrowheads="1"/>
            </p:cNvSpPr>
            <p:nvPr/>
          </p:nvSpPr>
          <p:spPr bwMode="auto">
            <a:xfrm>
              <a:off x="4660" y="2273"/>
              <a:ext cx="187" cy="142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603252" y="4514074"/>
            <a:ext cx="3178175" cy="1549400"/>
            <a:chOff x="1944" y="3039"/>
            <a:chExt cx="2002" cy="976"/>
          </a:xfrm>
        </p:grpSpPr>
        <p:sp>
          <p:nvSpPr>
            <p:cNvPr id="25625" name="Line 35"/>
            <p:cNvSpPr>
              <a:spLocks noChangeShapeType="1"/>
            </p:cNvSpPr>
            <p:nvPr/>
          </p:nvSpPr>
          <p:spPr bwMode="auto">
            <a:xfrm flipV="1">
              <a:off x="2095" y="3326"/>
              <a:ext cx="17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26" name="Line 36"/>
            <p:cNvSpPr>
              <a:spLocks noChangeShapeType="1"/>
            </p:cNvSpPr>
            <p:nvPr/>
          </p:nvSpPr>
          <p:spPr bwMode="auto">
            <a:xfrm flipV="1">
              <a:off x="2095" y="3626"/>
              <a:ext cx="17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27" name="Line 37"/>
            <p:cNvSpPr>
              <a:spLocks noChangeShapeType="1"/>
            </p:cNvSpPr>
            <p:nvPr/>
          </p:nvSpPr>
          <p:spPr bwMode="auto">
            <a:xfrm flipV="1">
              <a:off x="2095" y="3927"/>
              <a:ext cx="17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28" name="AutoShape 38"/>
            <p:cNvSpPr>
              <a:spLocks noChangeArrowheads="1"/>
            </p:cNvSpPr>
            <p:nvPr/>
          </p:nvSpPr>
          <p:spPr bwMode="auto">
            <a:xfrm>
              <a:off x="2716" y="3807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29" name="Text Box 39"/>
            <p:cNvSpPr txBox="1">
              <a:spLocks noChangeArrowheads="1"/>
            </p:cNvSpPr>
            <p:nvPr/>
          </p:nvSpPr>
          <p:spPr bwMode="auto">
            <a:xfrm>
              <a:off x="2670" y="36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30" name="Text Box 40"/>
            <p:cNvSpPr txBox="1">
              <a:spLocks noChangeArrowheads="1"/>
            </p:cNvSpPr>
            <p:nvPr/>
          </p:nvSpPr>
          <p:spPr bwMode="auto">
            <a:xfrm>
              <a:off x="1944" y="319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31" name="Text Box 41"/>
            <p:cNvSpPr txBox="1">
              <a:spLocks noChangeArrowheads="1"/>
            </p:cNvSpPr>
            <p:nvPr/>
          </p:nvSpPr>
          <p:spPr bwMode="auto">
            <a:xfrm>
              <a:off x="1944" y="351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632" name="Text Box 42"/>
            <p:cNvSpPr txBox="1">
              <a:spLocks noChangeArrowheads="1"/>
            </p:cNvSpPr>
            <p:nvPr/>
          </p:nvSpPr>
          <p:spPr bwMode="auto">
            <a:xfrm>
              <a:off x="1944" y="3817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33" name="AutoShape 43"/>
            <p:cNvSpPr>
              <a:spLocks noChangeArrowheads="1"/>
            </p:cNvSpPr>
            <p:nvPr/>
          </p:nvSpPr>
          <p:spPr bwMode="auto">
            <a:xfrm>
              <a:off x="2616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34" name="Text Box 44"/>
            <p:cNvSpPr txBox="1">
              <a:spLocks noChangeArrowheads="1"/>
            </p:cNvSpPr>
            <p:nvPr/>
          </p:nvSpPr>
          <p:spPr bwMode="auto">
            <a:xfrm>
              <a:off x="2569" y="3063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635" name="AutoShape 45"/>
            <p:cNvSpPr>
              <a:spLocks noChangeArrowheads="1"/>
            </p:cNvSpPr>
            <p:nvPr/>
          </p:nvSpPr>
          <p:spPr bwMode="auto">
            <a:xfrm>
              <a:off x="2318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36" name="Text Box 46"/>
            <p:cNvSpPr txBox="1">
              <a:spLocks noChangeArrowheads="1"/>
            </p:cNvSpPr>
            <p:nvPr/>
          </p:nvSpPr>
          <p:spPr bwMode="auto">
            <a:xfrm>
              <a:off x="2272" y="305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37" name="AutoShape 47"/>
            <p:cNvSpPr>
              <a:spLocks noChangeArrowheads="1"/>
            </p:cNvSpPr>
            <p:nvPr/>
          </p:nvSpPr>
          <p:spPr bwMode="auto">
            <a:xfrm>
              <a:off x="2224" y="3506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38" name="Text Box 48"/>
            <p:cNvSpPr txBox="1">
              <a:spLocks noChangeArrowheads="1"/>
            </p:cNvSpPr>
            <p:nvPr/>
          </p:nvSpPr>
          <p:spPr bwMode="auto">
            <a:xfrm>
              <a:off x="2177" y="335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39" name="AutoShape 49"/>
            <p:cNvSpPr>
              <a:spLocks noChangeArrowheads="1"/>
            </p:cNvSpPr>
            <p:nvPr/>
          </p:nvSpPr>
          <p:spPr bwMode="auto">
            <a:xfrm>
              <a:off x="2308" y="3802"/>
              <a:ext cx="92" cy="120"/>
            </a:xfrm>
            <a:prstGeom prst="upArrow">
              <a:avLst>
                <a:gd name="adj1" fmla="val 50000"/>
                <a:gd name="adj2" fmla="val 3260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40" name="Text Box 50"/>
            <p:cNvSpPr txBox="1">
              <a:spLocks noChangeArrowheads="1"/>
            </p:cNvSpPr>
            <p:nvPr/>
          </p:nvSpPr>
          <p:spPr bwMode="auto">
            <a:xfrm>
              <a:off x="2261" y="365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5641" name="AutoShape 51"/>
            <p:cNvSpPr>
              <a:spLocks noChangeArrowheads="1"/>
            </p:cNvSpPr>
            <p:nvPr/>
          </p:nvSpPr>
          <p:spPr bwMode="auto">
            <a:xfrm>
              <a:off x="2877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42" name="Text Box 52"/>
            <p:cNvSpPr txBox="1">
              <a:spLocks noChangeArrowheads="1"/>
            </p:cNvSpPr>
            <p:nvPr/>
          </p:nvSpPr>
          <p:spPr bwMode="auto">
            <a:xfrm>
              <a:off x="2830" y="304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43" name="AutoShape 53"/>
            <p:cNvSpPr>
              <a:spLocks noChangeArrowheads="1"/>
            </p:cNvSpPr>
            <p:nvPr/>
          </p:nvSpPr>
          <p:spPr bwMode="auto">
            <a:xfrm>
              <a:off x="3001" y="3807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44" name="Text Box 54"/>
            <p:cNvSpPr txBox="1">
              <a:spLocks noChangeArrowheads="1"/>
            </p:cNvSpPr>
            <p:nvPr/>
          </p:nvSpPr>
          <p:spPr bwMode="auto">
            <a:xfrm>
              <a:off x="2955" y="36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5645" name="AutoShape 55"/>
            <p:cNvSpPr>
              <a:spLocks noChangeArrowheads="1"/>
            </p:cNvSpPr>
            <p:nvPr/>
          </p:nvSpPr>
          <p:spPr bwMode="auto">
            <a:xfrm>
              <a:off x="3209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46" name="Text Box 56"/>
            <p:cNvSpPr txBox="1">
              <a:spLocks noChangeArrowheads="1"/>
            </p:cNvSpPr>
            <p:nvPr/>
          </p:nvSpPr>
          <p:spPr bwMode="auto">
            <a:xfrm>
              <a:off x="3162" y="304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5647" name="AutoShape 57"/>
            <p:cNvSpPr>
              <a:spLocks noChangeArrowheads="1"/>
            </p:cNvSpPr>
            <p:nvPr/>
          </p:nvSpPr>
          <p:spPr bwMode="auto">
            <a:xfrm>
              <a:off x="3756" y="3855"/>
              <a:ext cx="190" cy="16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48" name="AutoShape 58"/>
            <p:cNvSpPr>
              <a:spLocks noChangeArrowheads="1"/>
            </p:cNvSpPr>
            <p:nvPr/>
          </p:nvSpPr>
          <p:spPr bwMode="auto">
            <a:xfrm>
              <a:off x="2599" y="3505"/>
              <a:ext cx="92" cy="119"/>
            </a:xfrm>
            <a:prstGeom prst="upArrow">
              <a:avLst>
                <a:gd name="adj1" fmla="val 50000"/>
                <a:gd name="adj2" fmla="val 3233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49" name="Text Box 59"/>
            <p:cNvSpPr txBox="1">
              <a:spLocks noChangeArrowheads="1"/>
            </p:cNvSpPr>
            <p:nvPr/>
          </p:nvSpPr>
          <p:spPr bwMode="auto">
            <a:xfrm>
              <a:off x="2552" y="336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5650" name="AutoShape 60"/>
            <p:cNvSpPr>
              <a:spLocks noChangeArrowheads="1"/>
            </p:cNvSpPr>
            <p:nvPr/>
          </p:nvSpPr>
          <p:spPr bwMode="auto">
            <a:xfrm>
              <a:off x="2859" y="3505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51" name="Text Box 61"/>
            <p:cNvSpPr txBox="1">
              <a:spLocks noChangeArrowheads="1"/>
            </p:cNvSpPr>
            <p:nvPr/>
          </p:nvSpPr>
          <p:spPr bwMode="auto">
            <a:xfrm>
              <a:off x="2813" y="333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5652" name="AutoShape 62"/>
            <p:cNvSpPr>
              <a:spLocks noChangeArrowheads="1"/>
            </p:cNvSpPr>
            <p:nvPr/>
          </p:nvSpPr>
          <p:spPr bwMode="auto">
            <a:xfrm>
              <a:off x="3191" y="3505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53" name="Text Box 63"/>
            <p:cNvSpPr txBox="1">
              <a:spLocks noChangeArrowheads="1"/>
            </p:cNvSpPr>
            <p:nvPr/>
          </p:nvSpPr>
          <p:spPr bwMode="auto">
            <a:xfrm>
              <a:off x="3144" y="333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5654" name="AutoShape 64"/>
            <p:cNvSpPr>
              <a:spLocks noChangeArrowheads="1"/>
            </p:cNvSpPr>
            <p:nvPr/>
          </p:nvSpPr>
          <p:spPr bwMode="auto">
            <a:xfrm>
              <a:off x="3267" y="3807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55" name="Text Box 65"/>
            <p:cNvSpPr txBox="1">
              <a:spLocks noChangeArrowheads="1"/>
            </p:cNvSpPr>
            <p:nvPr/>
          </p:nvSpPr>
          <p:spPr bwMode="auto">
            <a:xfrm>
              <a:off x="3220" y="36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  <p:sp>
          <p:nvSpPr>
            <p:cNvPr id="25656" name="AutoShape 66"/>
            <p:cNvSpPr>
              <a:spLocks noChangeArrowheads="1"/>
            </p:cNvSpPr>
            <p:nvPr/>
          </p:nvSpPr>
          <p:spPr bwMode="auto">
            <a:xfrm>
              <a:off x="3462" y="3505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57" name="Text Box 67"/>
            <p:cNvSpPr txBox="1">
              <a:spLocks noChangeArrowheads="1"/>
            </p:cNvSpPr>
            <p:nvPr/>
          </p:nvSpPr>
          <p:spPr bwMode="auto">
            <a:xfrm>
              <a:off x="3415" y="3335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5658" name="AutoShape 68"/>
            <p:cNvSpPr>
              <a:spLocks noChangeArrowheads="1"/>
            </p:cNvSpPr>
            <p:nvPr/>
          </p:nvSpPr>
          <p:spPr bwMode="auto">
            <a:xfrm>
              <a:off x="3581" y="3205"/>
              <a:ext cx="92" cy="120"/>
            </a:xfrm>
            <a:prstGeom prst="upArrow">
              <a:avLst>
                <a:gd name="adj1" fmla="val 50000"/>
                <a:gd name="adj2" fmla="val 3260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59" name="Text Box 69"/>
            <p:cNvSpPr txBox="1">
              <a:spLocks noChangeArrowheads="1"/>
            </p:cNvSpPr>
            <p:nvPr/>
          </p:nvSpPr>
          <p:spPr bwMode="auto">
            <a:xfrm>
              <a:off x="3534" y="303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5660" name="AutoShape 70"/>
            <p:cNvSpPr>
              <a:spLocks noChangeArrowheads="1"/>
            </p:cNvSpPr>
            <p:nvPr/>
          </p:nvSpPr>
          <p:spPr bwMode="auto">
            <a:xfrm>
              <a:off x="3522" y="3805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5661" name="Text Box 71"/>
            <p:cNvSpPr txBox="1">
              <a:spLocks noChangeArrowheads="1"/>
            </p:cNvSpPr>
            <p:nvPr/>
          </p:nvSpPr>
          <p:spPr bwMode="auto">
            <a:xfrm>
              <a:off x="3475" y="3636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</p:grpSp>
      <p:sp>
        <p:nvSpPr>
          <p:cNvPr id="86088" name="Text Box 72"/>
          <p:cNvSpPr txBox="1">
            <a:spLocks noChangeArrowheads="1"/>
          </p:cNvSpPr>
          <p:nvPr/>
        </p:nvSpPr>
        <p:spPr bwMode="auto">
          <a:xfrm>
            <a:off x="3397253" y="3079752"/>
            <a:ext cx="339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000">
                <a:latin typeface="Arial" charset="0"/>
              </a:rPr>
              <a:t>m</a:t>
            </a:r>
            <a:r>
              <a:rPr lang="it-IT" altLang="it-IT" sz="1000" baseline="-25000">
                <a:latin typeface="Arial" charset="0"/>
              </a:rPr>
              <a:t>2</a:t>
            </a:r>
          </a:p>
        </p:txBody>
      </p:sp>
      <p:sp>
        <p:nvSpPr>
          <p:cNvPr id="86089" name="Line 73"/>
          <p:cNvSpPr>
            <a:spLocks noChangeShapeType="1"/>
          </p:cNvSpPr>
          <p:nvPr/>
        </p:nvSpPr>
        <p:spPr bwMode="auto">
          <a:xfrm flipV="1">
            <a:off x="3376615" y="3009901"/>
            <a:ext cx="404812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90" name="Line 74"/>
          <p:cNvSpPr>
            <a:spLocks noChangeShapeType="1"/>
          </p:cNvSpPr>
          <p:nvPr/>
        </p:nvSpPr>
        <p:spPr bwMode="auto">
          <a:xfrm flipH="1" flipV="1">
            <a:off x="3376615" y="3054351"/>
            <a:ext cx="404812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91" name="Text Box 75"/>
          <p:cNvSpPr txBox="1">
            <a:spLocks noChangeArrowheads="1"/>
          </p:cNvSpPr>
          <p:nvPr/>
        </p:nvSpPr>
        <p:spPr bwMode="auto">
          <a:xfrm>
            <a:off x="1389064" y="5595162"/>
            <a:ext cx="339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000">
                <a:latin typeface="Arial" charset="0"/>
              </a:rPr>
              <a:t>m</a:t>
            </a:r>
            <a:r>
              <a:rPr lang="it-IT" altLang="it-IT" sz="1000" baseline="-25000">
                <a:latin typeface="Arial" charset="0"/>
              </a:rPr>
              <a:t>2</a:t>
            </a:r>
          </a:p>
        </p:txBody>
      </p:sp>
      <p:sp>
        <p:nvSpPr>
          <p:cNvPr id="86092" name="Line 76"/>
          <p:cNvSpPr>
            <a:spLocks noChangeShapeType="1"/>
          </p:cNvSpPr>
          <p:nvPr/>
        </p:nvSpPr>
        <p:spPr bwMode="auto">
          <a:xfrm flipV="1">
            <a:off x="1368426" y="5525312"/>
            <a:ext cx="404812" cy="404813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93" name="Line 77"/>
          <p:cNvSpPr>
            <a:spLocks noChangeShapeType="1"/>
          </p:cNvSpPr>
          <p:nvPr/>
        </p:nvSpPr>
        <p:spPr bwMode="auto">
          <a:xfrm flipH="1" flipV="1">
            <a:off x="1368426" y="5569762"/>
            <a:ext cx="404812" cy="404813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94" name="Oval 78"/>
          <p:cNvSpPr>
            <a:spLocks noChangeArrowheads="1"/>
          </p:cNvSpPr>
          <p:nvPr/>
        </p:nvSpPr>
        <p:spPr bwMode="auto">
          <a:xfrm>
            <a:off x="2538413" y="5479274"/>
            <a:ext cx="495300" cy="5842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6095" name="Rectangle 79"/>
          <p:cNvSpPr>
            <a:spLocks noChangeArrowheads="1"/>
          </p:cNvSpPr>
          <p:nvPr/>
        </p:nvSpPr>
        <p:spPr bwMode="auto">
          <a:xfrm>
            <a:off x="3934015" y="5111785"/>
            <a:ext cx="3130552" cy="58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marL="0" indent="0" eaLnBrk="1" hangingPunct="1">
              <a:buNone/>
            </a:pPr>
            <a:r>
              <a:rPr lang="it-IT" altLang="it-IT" sz="2800">
                <a:latin typeface="+mn-lt"/>
                <a:ea typeface="Arial" charset="0"/>
                <a:cs typeface="Arial" charset="0"/>
              </a:rPr>
              <a:t>TO(NUA,WUTO)</a:t>
            </a:r>
          </a:p>
        </p:txBody>
      </p:sp>
      <p:grpSp>
        <p:nvGrpSpPr>
          <p:cNvPr id="4" name="Group 80"/>
          <p:cNvGrpSpPr>
            <a:grpSpLocks/>
          </p:cNvGrpSpPr>
          <p:nvPr/>
        </p:nvGrpSpPr>
        <p:grpSpPr bwMode="auto">
          <a:xfrm>
            <a:off x="6134285" y="2844024"/>
            <a:ext cx="1473200" cy="1196975"/>
            <a:chOff x="3369" y="1493"/>
            <a:chExt cx="928" cy="754"/>
          </a:xfrm>
          <a:solidFill>
            <a:schemeClr val="accent2"/>
          </a:solidFill>
        </p:grpSpPr>
        <p:sp>
          <p:nvSpPr>
            <p:cNvPr id="25623" name="Oval 81"/>
            <p:cNvSpPr>
              <a:spLocks noChangeArrowheads="1"/>
            </p:cNvSpPr>
            <p:nvPr/>
          </p:nvSpPr>
          <p:spPr bwMode="auto">
            <a:xfrm>
              <a:off x="3369" y="1700"/>
              <a:ext cx="928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400" b="1">
                  <a:solidFill>
                    <a:schemeClr val="bg1"/>
                  </a:solidFill>
                  <a:latin typeface="Arial" charset="0"/>
                </a:rPr>
                <a:t>TO(UA,WUTO)</a:t>
              </a:r>
              <a:endParaRPr lang="en-US" altLang="it-IT" sz="14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5624" name="AutoShape 82"/>
            <p:cNvCxnSpPr>
              <a:cxnSpLocks noChangeShapeType="1"/>
              <a:stCxn id="25620" idx="3"/>
              <a:endCxn id="25623" idx="0"/>
            </p:cNvCxnSpPr>
            <p:nvPr/>
          </p:nvCxnSpPr>
          <p:spPr bwMode="auto">
            <a:xfrm flipH="1">
              <a:off x="3833" y="1493"/>
              <a:ext cx="345" cy="207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  <p:grpSp>
        <p:nvGrpSpPr>
          <p:cNvPr id="5" name="Group 83"/>
          <p:cNvGrpSpPr>
            <a:grpSpLocks/>
          </p:cNvGrpSpPr>
          <p:nvPr/>
        </p:nvGrpSpPr>
        <p:grpSpPr bwMode="auto">
          <a:xfrm>
            <a:off x="7202672" y="2102660"/>
            <a:ext cx="2552700" cy="1936750"/>
            <a:chOff x="4042" y="1026"/>
            <a:chExt cx="1608" cy="1220"/>
          </a:xfrm>
          <a:solidFill>
            <a:schemeClr val="accent2"/>
          </a:solidFill>
        </p:grpSpPr>
        <p:sp>
          <p:nvSpPr>
            <p:cNvPr id="25620" name="Oval 84"/>
            <p:cNvSpPr>
              <a:spLocks noChangeArrowheads="1"/>
            </p:cNvSpPr>
            <p:nvPr/>
          </p:nvSpPr>
          <p:spPr bwMode="auto">
            <a:xfrm>
              <a:off x="4042" y="1026"/>
              <a:ext cx="928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400" b="1">
                  <a:solidFill>
                    <a:schemeClr val="bg1"/>
                  </a:solidFill>
                  <a:latin typeface="Arial" charset="0"/>
                </a:rPr>
                <a:t>TO(UA,SUTO)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400" b="1">
                  <a:solidFill>
                    <a:schemeClr val="bg1"/>
                  </a:solidFill>
                  <a:latin typeface="Arial" charset="0"/>
                </a:rPr>
                <a:t>(Strongest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400" b="1">
                  <a:solidFill>
                    <a:schemeClr val="bg1"/>
                  </a:solidFill>
                  <a:latin typeface="Arial" charset="0"/>
                </a:rPr>
                <a:t>total order)</a:t>
              </a:r>
              <a:endParaRPr lang="en-US" altLang="it-IT" sz="1400" b="1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5621" name="Oval 85"/>
            <p:cNvSpPr>
              <a:spLocks noChangeArrowheads="1"/>
            </p:cNvSpPr>
            <p:nvPr/>
          </p:nvSpPr>
          <p:spPr bwMode="auto">
            <a:xfrm>
              <a:off x="4723" y="1699"/>
              <a:ext cx="927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400" b="1">
                  <a:solidFill>
                    <a:schemeClr val="bg1"/>
                  </a:solidFill>
                  <a:latin typeface="Arial" charset="0"/>
                </a:rPr>
                <a:t>TO(NUA,SUTO)</a:t>
              </a:r>
              <a:endParaRPr lang="en-US" altLang="it-IT" sz="14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5622" name="AutoShape 86"/>
            <p:cNvCxnSpPr>
              <a:cxnSpLocks noChangeShapeType="1"/>
              <a:stCxn id="25620" idx="5"/>
              <a:endCxn id="25621" idx="0"/>
            </p:cNvCxnSpPr>
            <p:nvPr/>
          </p:nvCxnSpPr>
          <p:spPr bwMode="auto">
            <a:xfrm>
              <a:off x="4834" y="1493"/>
              <a:ext cx="353" cy="20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6871577" y="4040085"/>
            <a:ext cx="2218829" cy="1590710"/>
            <a:chOff x="4480" y="2317"/>
            <a:chExt cx="1178" cy="760"/>
          </a:xfrm>
          <a:solidFill>
            <a:schemeClr val="accent2"/>
          </a:solidFill>
        </p:grpSpPr>
        <p:sp>
          <p:nvSpPr>
            <p:cNvPr id="25617" name="Oval 88"/>
            <p:cNvSpPr>
              <a:spLocks noChangeArrowheads="1"/>
            </p:cNvSpPr>
            <p:nvPr/>
          </p:nvSpPr>
          <p:spPr bwMode="auto">
            <a:xfrm>
              <a:off x="4731" y="2529"/>
              <a:ext cx="927" cy="5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400" b="1">
                  <a:solidFill>
                    <a:schemeClr val="bg1"/>
                  </a:solidFill>
                  <a:latin typeface="Arial" charset="0"/>
                </a:rPr>
                <a:t>TO(NUA,WUTO)</a:t>
              </a:r>
              <a:endParaRPr lang="en-US" altLang="it-IT" sz="14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5618" name="AutoShape 89"/>
            <p:cNvCxnSpPr>
              <a:cxnSpLocks noChangeShapeType="1"/>
              <a:stCxn id="25623" idx="4"/>
              <a:endCxn id="25617" idx="1"/>
            </p:cNvCxnSpPr>
            <p:nvPr/>
          </p:nvCxnSpPr>
          <p:spPr bwMode="auto">
            <a:xfrm>
              <a:off x="4480" y="2317"/>
              <a:ext cx="387" cy="292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  <p:cxnSp>
          <p:nvCxnSpPr>
            <p:cNvPr id="25619" name="AutoShape 90"/>
            <p:cNvCxnSpPr>
              <a:cxnSpLocks noChangeShapeType="1"/>
              <a:endCxn id="25617" idx="0"/>
            </p:cNvCxnSpPr>
            <p:nvPr/>
          </p:nvCxnSpPr>
          <p:spPr bwMode="auto">
            <a:xfrm flipH="1">
              <a:off x="5195" y="2335"/>
              <a:ext cx="350" cy="194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316488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TO specifications (3)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8609" y="1846264"/>
            <a:ext cx="2913063" cy="523914"/>
          </a:xfrm>
        </p:spPr>
        <p:txBody>
          <a:bodyPr/>
          <a:lstStyle/>
          <a:p>
            <a:pPr eaLnBrk="1" hangingPunct="1"/>
            <a:r>
              <a:rPr lang="en-US" altLang="it-IT" sz="2800" dirty="0"/>
              <a:t>TO(UA,WNUTO)</a:t>
            </a:r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1790578" y="2362767"/>
            <a:ext cx="3195637" cy="1574800"/>
            <a:chOff x="2880" y="1565"/>
            <a:chExt cx="1967" cy="850"/>
          </a:xfrm>
        </p:grpSpPr>
        <p:sp>
          <p:nvSpPr>
            <p:cNvPr id="26693" name="Line 5"/>
            <p:cNvSpPr>
              <a:spLocks noChangeShapeType="1"/>
            </p:cNvSpPr>
            <p:nvPr/>
          </p:nvSpPr>
          <p:spPr bwMode="auto">
            <a:xfrm flipV="1">
              <a:off x="3029" y="1819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94" name="Line 6"/>
            <p:cNvSpPr>
              <a:spLocks noChangeShapeType="1"/>
            </p:cNvSpPr>
            <p:nvPr/>
          </p:nvSpPr>
          <p:spPr bwMode="auto">
            <a:xfrm flipV="1">
              <a:off x="3029" y="2086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95" name="Line 7"/>
            <p:cNvSpPr>
              <a:spLocks noChangeShapeType="1"/>
            </p:cNvSpPr>
            <p:nvPr/>
          </p:nvSpPr>
          <p:spPr bwMode="auto">
            <a:xfrm flipV="1">
              <a:off x="3029" y="2354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96" name="AutoShape 8"/>
            <p:cNvSpPr>
              <a:spLocks noChangeArrowheads="1"/>
            </p:cNvSpPr>
            <p:nvPr/>
          </p:nvSpPr>
          <p:spPr bwMode="auto">
            <a:xfrm>
              <a:off x="3984" y="2247"/>
              <a:ext cx="92" cy="107"/>
            </a:xfrm>
            <a:prstGeom prst="upArrow">
              <a:avLst>
                <a:gd name="adj1" fmla="val 50000"/>
                <a:gd name="adj2" fmla="val 290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97" name="Text Box 9"/>
            <p:cNvSpPr txBox="1">
              <a:spLocks noChangeArrowheads="1"/>
            </p:cNvSpPr>
            <p:nvPr/>
          </p:nvSpPr>
          <p:spPr bwMode="auto">
            <a:xfrm>
              <a:off x="3938" y="2091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6698" name="Text Box 10"/>
            <p:cNvSpPr txBox="1">
              <a:spLocks noChangeArrowheads="1"/>
            </p:cNvSpPr>
            <p:nvPr/>
          </p:nvSpPr>
          <p:spPr bwMode="auto">
            <a:xfrm>
              <a:off x="2880" y="1700"/>
              <a:ext cx="18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699" name="Text Box 11"/>
            <p:cNvSpPr txBox="1">
              <a:spLocks noChangeArrowheads="1"/>
            </p:cNvSpPr>
            <p:nvPr/>
          </p:nvSpPr>
          <p:spPr bwMode="auto">
            <a:xfrm>
              <a:off x="2880" y="1985"/>
              <a:ext cx="18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6700" name="Text Box 12"/>
            <p:cNvSpPr txBox="1">
              <a:spLocks noChangeArrowheads="1"/>
            </p:cNvSpPr>
            <p:nvPr/>
          </p:nvSpPr>
          <p:spPr bwMode="auto">
            <a:xfrm>
              <a:off x="2880" y="2256"/>
              <a:ext cx="187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701" name="AutoShape 13"/>
            <p:cNvSpPr>
              <a:spLocks noChangeArrowheads="1"/>
            </p:cNvSpPr>
            <p:nvPr/>
          </p:nvSpPr>
          <p:spPr bwMode="auto">
            <a:xfrm>
              <a:off x="3541" y="1713"/>
              <a:ext cx="91" cy="106"/>
            </a:xfrm>
            <a:prstGeom prst="upArrow">
              <a:avLst>
                <a:gd name="adj1" fmla="val 50000"/>
                <a:gd name="adj2" fmla="val 2912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02" name="Text Box 14"/>
            <p:cNvSpPr txBox="1">
              <a:spLocks noChangeArrowheads="1"/>
            </p:cNvSpPr>
            <p:nvPr/>
          </p:nvSpPr>
          <p:spPr bwMode="auto">
            <a:xfrm>
              <a:off x="3495" y="1585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6703" name="AutoShape 15"/>
            <p:cNvSpPr>
              <a:spLocks noChangeArrowheads="1"/>
            </p:cNvSpPr>
            <p:nvPr/>
          </p:nvSpPr>
          <p:spPr bwMode="auto">
            <a:xfrm>
              <a:off x="3581" y="1993"/>
              <a:ext cx="92" cy="93"/>
            </a:xfrm>
            <a:prstGeom prst="upArrow">
              <a:avLst>
                <a:gd name="adj1" fmla="val 50000"/>
                <a:gd name="adj2" fmla="val 25272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04" name="Text Box 16"/>
            <p:cNvSpPr txBox="1">
              <a:spLocks noChangeArrowheads="1"/>
            </p:cNvSpPr>
            <p:nvPr/>
          </p:nvSpPr>
          <p:spPr bwMode="auto">
            <a:xfrm>
              <a:off x="3542" y="1873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6705" name="AutoShape 17"/>
            <p:cNvSpPr>
              <a:spLocks noChangeArrowheads="1"/>
            </p:cNvSpPr>
            <p:nvPr/>
          </p:nvSpPr>
          <p:spPr bwMode="auto">
            <a:xfrm>
              <a:off x="3248" y="1713"/>
              <a:ext cx="92" cy="106"/>
            </a:xfrm>
            <a:prstGeom prst="upArrow">
              <a:avLst>
                <a:gd name="adj1" fmla="val 50000"/>
                <a:gd name="adj2" fmla="val 28804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06" name="Text Box 18"/>
            <p:cNvSpPr txBox="1">
              <a:spLocks noChangeArrowheads="1"/>
            </p:cNvSpPr>
            <p:nvPr/>
          </p:nvSpPr>
          <p:spPr bwMode="auto">
            <a:xfrm>
              <a:off x="3202" y="1574"/>
              <a:ext cx="210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707" name="AutoShape 19"/>
            <p:cNvSpPr>
              <a:spLocks noChangeArrowheads="1"/>
            </p:cNvSpPr>
            <p:nvPr/>
          </p:nvSpPr>
          <p:spPr bwMode="auto">
            <a:xfrm>
              <a:off x="3155" y="1979"/>
              <a:ext cx="92" cy="107"/>
            </a:xfrm>
            <a:prstGeom prst="upArrow">
              <a:avLst>
                <a:gd name="adj1" fmla="val 50000"/>
                <a:gd name="adj2" fmla="val 290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08" name="Text Box 20"/>
            <p:cNvSpPr txBox="1">
              <a:spLocks noChangeArrowheads="1"/>
            </p:cNvSpPr>
            <p:nvPr/>
          </p:nvSpPr>
          <p:spPr bwMode="auto">
            <a:xfrm>
              <a:off x="3109" y="1841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709" name="AutoShape 21"/>
            <p:cNvSpPr>
              <a:spLocks noChangeArrowheads="1"/>
            </p:cNvSpPr>
            <p:nvPr/>
          </p:nvSpPr>
          <p:spPr bwMode="auto">
            <a:xfrm>
              <a:off x="3238" y="2255"/>
              <a:ext cx="91" cy="107"/>
            </a:xfrm>
            <a:prstGeom prst="upArrow">
              <a:avLst>
                <a:gd name="adj1" fmla="val 50000"/>
                <a:gd name="adj2" fmla="val 2939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10" name="Text Box 22"/>
            <p:cNvSpPr txBox="1">
              <a:spLocks noChangeArrowheads="1"/>
            </p:cNvSpPr>
            <p:nvPr/>
          </p:nvSpPr>
          <p:spPr bwMode="auto">
            <a:xfrm>
              <a:off x="3192" y="2108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711" name="AutoShape 23"/>
            <p:cNvSpPr>
              <a:spLocks noChangeArrowheads="1"/>
            </p:cNvSpPr>
            <p:nvPr/>
          </p:nvSpPr>
          <p:spPr bwMode="auto">
            <a:xfrm>
              <a:off x="4077" y="1979"/>
              <a:ext cx="92" cy="107"/>
            </a:xfrm>
            <a:prstGeom prst="upArrow">
              <a:avLst>
                <a:gd name="adj1" fmla="val 50000"/>
                <a:gd name="adj2" fmla="val 2907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12" name="Text Box 24"/>
            <p:cNvSpPr txBox="1">
              <a:spLocks noChangeArrowheads="1"/>
            </p:cNvSpPr>
            <p:nvPr/>
          </p:nvSpPr>
          <p:spPr bwMode="auto">
            <a:xfrm>
              <a:off x="4031" y="1829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713" name="AutoShape 25"/>
            <p:cNvSpPr>
              <a:spLocks noChangeArrowheads="1"/>
            </p:cNvSpPr>
            <p:nvPr/>
          </p:nvSpPr>
          <p:spPr bwMode="auto">
            <a:xfrm>
              <a:off x="3984" y="1713"/>
              <a:ext cx="92" cy="106"/>
            </a:xfrm>
            <a:prstGeom prst="upArrow">
              <a:avLst>
                <a:gd name="adj1" fmla="val 50000"/>
                <a:gd name="adj2" fmla="val 28804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14" name="Text Box 26"/>
            <p:cNvSpPr txBox="1">
              <a:spLocks noChangeArrowheads="1"/>
            </p:cNvSpPr>
            <p:nvPr/>
          </p:nvSpPr>
          <p:spPr bwMode="auto">
            <a:xfrm>
              <a:off x="3938" y="1565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715" name="AutoShape 27"/>
            <p:cNvSpPr>
              <a:spLocks noChangeArrowheads="1"/>
            </p:cNvSpPr>
            <p:nvPr/>
          </p:nvSpPr>
          <p:spPr bwMode="auto">
            <a:xfrm>
              <a:off x="4322" y="2247"/>
              <a:ext cx="91" cy="107"/>
            </a:xfrm>
            <a:prstGeom prst="upArrow">
              <a:avLst>
                <a:gd name="adj1" fmla="val 50000"/>
                <a:gd name="adj2" fmla="val 2939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16" name="Text Box 28"/>
            <p:cNvSpPr txBox="1">
              <a:spLocks noChangeArrowheads="1"/>
            </p:cNvSpPr>
            <p:nvPr/>
          </p:nvSpPr>
          <p:spPr bwMode="auto">
            <a:xfrm>
              <a:off x="4275" y="2091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717" name="AutoShape 29"/>
            <p:cNvSpPr>
              <a:spLocks noChangeArrowheads="1"/>
            </p:cNvSpPr>
            <p:nvPr/>
          </p:nvSpPr>
          <p:spPr bwMode="auto">
            <a:xfrm>
              <a:off x="4404" y="1979"/>
              <a:ext cx="91" cy="107"/>
            </a:xfrm>
            <a:prstGeom prst="upArrow">
              <a:avLst>
                <a:gd name="adj1" fmla="val 50000"/>
                <a:gd name="adj2" fmla="val 2939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18" name="Text Box 30"/>
            <p:cNvSpPr txBox="1">
              <a:spLocks noChangeArrowheads="1"/>
            </p:cNvSpPr>
            <p:nvPr/>
          </p:nvSpPr>
          <p:spPr bwMode="auto">
            <a:xfrm>
              <a:off x="4358" y="1829"/>
              <a:ext cx="210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6719" name="AutoShape 31"/>
            <p:cNvSpPr>
              <a:spLocks noChangeArrowheads="1"/>
            </p:cNvSpPr>
            <p:nvPr/>
          </p:nvSpPr>
          <p:spPr bwMode="auto">
            <a:xfrm>
              <a:off x="4311" y="1713"/>
              <a:ext cx="91" cy="106"/>
            </a:xfrm>
            <a:prstGeom prst="upArrow">
              <a:avLst>
                <a:gd name="adj1" fmla="val 50000"/>
                <a:gd name="adj2" fmla="val 2912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720" name="Text Box 32"/>
            <p:cNvSpPr txBox="1">
              <a:spLocks noChangeArrowheads="1"/>
            </p:cNvSpPr>
            <p:nvPr/>
          </p:nvSpPr>
          <p:spPr bwMode="auto">
            <a:xfrm>
              <a:off x="4265" y="1565"/>
              <a:ext cx="20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6721" name="AutoShape 33"/>
            <p:cNvSpPr>
              <a:spLocks noChangeArrowheads="1"/>
            </p:cNvSpPr>
            <p:nvPr/>
          </p:nvSpPr>
          <p:spPr bwMode="auto">
            <a:xfrm>
              <a:off x="4660" y="2273"/>
              <a:ext cx="187" cy="142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</p:grpSp>
      <p:sp>
        <p:nvSpPr>
          <p:cNvPr id="87074" name="Text Box 34"/>
          <p:cNvSpPr txBox="1">
            <a:spLocks noChangeArrowheads="1"/>
          </p:cNvSpPr>
          <p:nvPr/>
        </p:nvSpPr>
        <p:spPr bwMode="auto">
          <a:xfrm>
            <a:off x="2847853" y="3467668"/>
            <a:ext cx="339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000">
                <a:latin typeface="Arial" charset="0"/>
              </a:rPr>
              <a:t>m</a:t>
            </a:r>
            <a:r>
              <a:rPr lang="it-IT" altLang="it-IT" sz="1000" baseline="-25000">
                <a:latin typeface="Arial" charset="0"/>
              </a:rPr>
              <a:t>2</a:t>
            </a:r>
          </a:p>
        </p:txBody>
      </p:sp>
      <p:sp>
        <p:nvSpPr>
          <p:cNvPr id="87075" name="Line 35"/>
          <p:cNvSpPr>
            <a:spLocks noChangeShapeType="1"/>
          </p:cNvSpPr>
          <p:nvPr/>
        </p:nvSpPr>
        <p:spPr bwMode="auto">
          <a:xfrm flipV="1">
            <a:off x="2827215" y="3397817"/>
            <a:ext cx="404813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7076" name="Line 36"/>
          <p:cNvSpPr>
            <a:spLocks noChangeShapeType="1"/>
          </p:cNvSpPr>
          <p:nvPr/>
        </p:nvSpPr>
        <p:spPr bwMode="auto">
          <a:xfrm flipH="1" flipV="1">
            <a:off x="2827215" y="3442267"/>
            <a:ext cx="404813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7077" name="Oval 37"/>
          <p:cNvSpPr>
            <a:spLocks noChangeArrowheads="1"/>
          </p:cNvSpPr>
          <p:nvPr/>
        </p:nvSpPr>
        <p:spPr bwMode="auto">
          <a:xfrm>
            <a:off x="3322514" y="3307329"/>
            <a:ext cx="1169988" cy="630238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7078" name="Rectangle 38"/>
          <p:cNvSpPr>
            <a:spLocks noChangeArrowheads="1"/>
          </p:cNvSpPr>
          <p:nvPr/>
        </p:nvSpPr>
        <p:spPr bwMode="auto">
          <a:xfrm>
            <a:off x="698609" y="4219031"/>
            <a:ext cx="3438527" cy="612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marL="0" indent="0" eaLnBrk="1" hangingPunct="1">
              <a:buNone/>
            </a:pPr>
            <a:r>
              <a:rPr lang="it-IT" altLang="it-IT" sz="2800">
                <a:latin typeface="+mn-lt"/>
                <a:ea typeface="Arial" charset="0"/>
                <a:cs typeface="Arial" charset="0"/>
              </a:rPr>
              <a:t>TO(NUA,WNUTO)</a:t>
            </a:r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1930510" y="4776242"/>
            <a:ext cx="3178175" cy="1549400"/>
            <a:chOff x="1944" y="3039"/>
            <a:chExt cx="2002" cy="976"/>
          </a:xfrm>
        </p:grpSpPr>
        <p:sp>
          <p:nvSpPr>
            <p:cNvPr id="26656" name="Line 40"/>
            <p:cNvSpPr>
              <a:spLocks noChangeShapeType="1"/>
            </p:cNvSpPr>
            <p:nvPr/>
          </p:nvSpPr>
          <p:spPr bwMode="auto">
            <a:xfrm flipV="1">
              <a:off x="2095" y="3326"/>
              <a:ext cx="17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7" name="Line 41"/>
            <p:cNvSpPr>
              <a:spLocks noChangeShapeType="1"/>
            </p:cNvSpPr>
            <p:nvPr/>
          </p:nvSpPr>
          <p:spPr bwMode="auto">
            <a:xfrm flipV="1">
              <a:off x="2095" y="3626"/>
              <a:ext cx="17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8" name="Line 42"/>
            <p:cNvSpPr>
              <a:spLocks noChangeShapeType="1"/>
            </p:cNvSpPr>
            <p:nvPr/>
          </p:nvSpPr>
          <p:spPr bwMode="auto">
            <a:xfrm flipV="1">
              <a:off x="2095" y="3927"/>
              <a:ext cx="17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9" name="AutoShape 43"/>
            <p:cNvSpPr>
              <a:spLocks noChangeArrowheads="1"/>
            </p:cNvSpPr>
            <p:nvPr/>
          </p:nvSpPr>
          <p:spPr bwMode="auto">
            <a:xfrm>
              <a:off x="2716" y="3807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60" name="Text Box 44"/>
            <p:cNvSpPr txBox="1">
              <a:spLocks noChangeArrowheads="1"/>
            </p:cNvSpPr>
            <p:nvPr/>
          </p:nvSpPr>
          <p:spPr bwMode="auto">
            <a:xfrm>
              <a:off x="2670" y="36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6661" name="Text Box 45"/>
            <p:cNvSpPr txBox="1">
              <a:spLocks noChangeArrowheads="1"/>
            </p:cNvSpPr>
            <p:nvPr/>
          </p:nvSpPr>
          <p:spPr bwMode="auto">
            <a:xfrm>
              <a:off x="1944" y="319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662" name="Text Box 46"/>
            <p:cNvSpPr txBox="1">
              <a:spLocks noChangeArrowheads="1"/>
            </p:cNvSpPr>
            <p:nvPr/>
          </p:nvSpPr>
          <p:spPr bwMode="auto">
            <a:xfrm>
              <a:off x="1944" y="3512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6663" name="Text Box 47"/>
            <p:cNvSpPr txBox="1">
              <a:spLocks noChangeArrowheads="1"/>
            </p:cNvSpPr>
            <p:nvPr/>
          </p:nvSpPr>
          <p:spPr bwMode="auto">
            <a:xfrm>
              <a:off x="1944" y="3817"/>
              <a:ext cx="1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p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664" name="AutoShape 48"/>
            <p:cNvSpPr>
              <a:spLocks noChangeArrowheads="1"/>
            </p:cNvSpPr>
            <p:nvPr/>
          </p:nvSpPr>
          <p:spPr bwMode="auto">
            <a:xfrm>
              <a:off x="2616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65" name="Text Box 49"/>
            <p:cNvSpPr txBox="1">
              <a:spLocks noChangeArrowheads="1"/>
            </p:cNvSpPr>
            <p:nvPr/>
          </p:nvSpPr>
          <p:spPr bwMode="auto">
            <a:xfrm>
              <a:off x="2569" y="3063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6666" name="AutoShape 50"/>
            <p:cNvSpPr>
              <a:spLocks noChangeArrowheads="1"/>
            </p:cNvSpPr>
            <p:nvPr/>
          </p:nvSpPr>
          <p:spPr bwMode="auto">
            <a:xfrm>
              <a:off x="2318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67" name="Text Box 51"/>
            <p:cNvSpPr txBox="1">
              <a:spLocks noChangeArrowheads="1"/>
            </p:cNvSpPr>
            <p:nvPr/>
          </p:nvSpPr>
          <p:spPr bwMode="auto">
            <a:xfrm>
              <a:off x="2272" y="305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668" name="AutoShape 52"/>
            <p:cNvSpPr>
              <a:spLocks noChangeArrowheads="1"/>
            </p:cNvSpPr>
            <p:nvPr/>
          </p:nvSpPr>
          <p:spPr bwMode="auto">
            <a:xfrm>
              <a:off x="2224" y="3506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69" name="Text Box 53"/>
            <p:cNvSpPr txBox="1">
              <a:spLocks noChangeArrowheads="1"/>
            </p:cNvSpPr>
            <p:nvPr/>
          </p:nvSpPr>
          <p:spPr bwMode="auto">
            <a:xfrm>
              <a:off x="2177" y="335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670" name="AutoShape 54"/>
            <p:cNvSpPr>
              <a:spLocks noChangeArrowheads="1"/>
            </p:cNvSpPr>
            <p:nvPr/>
          </p:nvSpPr>
          <p:spPr bwMode="auto">
            <a:xfrm>
              <a:off x="2308" y="3802"/>
              <a:ext cx="92" cy="120"/>
            </a:xfrm>
            <a:prstGeom prst="upArrow">
              <a:avLst>
                <a:gd name="adj1" fmla="val 50000"/>
                <a:gd name="adj2" fmla="val 3260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71" name="Text Box 55"/>
            <p:cNvSpPr txBox="1">
              <a:spLocks noChangeArrowheads="1"/>
            </p:cNvSpPr>
            <p:nvPr/>
          </p:nvSpPr>
          <p:spPr bwMode="auto">
            <a:xfrm>
              <a:off x="2261" y="365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1</a:t>
              </a:r>
            </a:p>
          </p:txBody>
        </p:sp>
        <p:sp>
          <p:nvSpPr>
            <p:cNvPr id="26672" name="AutoShape 56"/>
            <p:cNvSpPr>
              <a:spLocks noChangeArrowheads="1"/>
            </p:cNvSpPr>
            <p:nvPr/>
          </p:nvSpPr>
          <p:spPr bwMode="auto">
            <a:xfrm>
              <a:off x="2877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73" name="Text Box 57"/>
            <p:cNvSpPr txBox="1">
              <a:spLocks noChangeArrowheads="1"/>
            </p:cNvSpPr>
            <p:nvPr/>
          </p:nvSpPr>
          <p:spPr bwMode="auto">
            <a:xfrm>
              <a:off x="2830" y="304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674" name="AutoShape 58"/>
            <p:cNvSpPr>
              <a:spLocks noChangeArrowheads="1"/>
            </p:cNvSpPr>
            <p:nvPr/>
          </p:nvSpPr>
          <p:spPr bwMode="auto">
            <a:xfrm>
              <a:off x="3001" y="3807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75" name="Text Box 59"/>
            <p:cNvSpPr txBox="1">
              <a:spLocks noChangeArrowheads="1"/>
            </p:cNvSpPr>
            <p:nvPr/>
          </p:nvSpPr>
          <p:spPr bwMode="auto">
            <a:xfrm>
              <a:off x="2955" y="36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676" name="AutoShape 60"/>
            <p:cNvSpPr>
              <a:spLocks noChangeArrowheads="1"/>
            </p:cNvSpPr>
            <p:nvPr/>
          </p:nvSpPr>
          <p:spPr bwMode="auto">
            <a:xfrm>
              <a:off x="3209" y="3207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77" name="Text Box 61"/>
            <p:cNvSpPr txBox="1">
              <a:spLocks noChangeArrowheads="1"/>
            </p:cNvSpPr>
            <p:nvPr/>
          </p:nvSpPr>
          <p:spPr bwMode="auto">
            <a:xfrm>
              <a:off x="3162" y="304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6678" name="AutoShape 62"/>
            <p:cNvSpPr>
              <a:spLocks noChangeArrowheads="1"/>
            </p:cNvSpPr>
            <p:nvPr/>
          </p:nvSpPr>
          <p:spPr bwMode="auto">
            <a:xfrm>
              <a:off x="3756" y="3855"/>
              <a:ext cx="190" cy="16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79" name="AutoShape 63"/>
            <p:cNvSpPr>
              <a:spLocks noChangeArrowheads="1"/>
            </p:cNvSpPr>
            <p:nvPr/>
          </p:nvSpPr>
          <p:spPr bwMode="auto">
            <a:xfrm>
              <a:off x="2599" y="3505"/>
              <a:ext cx="92" cy="119"/>
            </a:xfrm>
            <a:prstGeom prst="upArrow">
              <a:avLst>
                <a:gd name="adj1" fmla="val 50000"/>
                <a:gd name="adj2" fmla="val 3233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80" name="Text Box 64"/>
            <p:cNvSpPr txBox="1">
              <a:spLocks noChangeArrowheads="1"/>
            </p:cNvSpPr>
            <p:nvPr/>
          </p:nvSpPr>
          <p:spPr bwMode="auto">
            <a:xfrm>
              <a:off x="2552" y="336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2</a:t>
              </a:r>
            </a:p>
          </p:txBody>
        </p:sp>
        <p:sp>
          <p:nvSpPr>
            <p:cNvPr id="26681" name="AutoShape 65"/>
            <p:cNvSpPr>
              <a:spLocks noChangeArrowheads="1"/>
            </p:cNvSpPr>
            <p:nvPr/>
          </p:nvSpPr>
          <p:spPr bwMode="auto">
            <a:xfrm>
              <a:off x="2859" y="3505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82" name="Text Box 66"/>
            <p:cNvSpPr txBox="1">
              <a:spLocks noChangeArrowheads="1"/>
            </p:cNvSpPr>
            <p:nvPr/>
          </p:nvSpPr>
          <p:spPr bwMode="auto">
            <a:xfrm>
              <a:off x="2813" y="333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3</a:t>
              </a:r>
            </a:p>
          </p:txBody>
        </p:sp>
        <p:sp>
          <p:nvSpPr>
            <p:cNvPr id="26683" name="AutoShape 67"/>
            <p:cNvSpPr>
              <a:spLocks noChangeArrowheads="1"/>
            </p:cNvSpPr>
            <p:nvPr/>
          </p:nvSpPr>
          <p:spPr bwMode="auto">
            <a:xfrm>
              <a:off x="3191" y="3505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84" name="Text Box 68"/>
            <p:cNvSpPr txBox="1">
              <a:spLocks noChangeArrowheads="1"/>
            </p:cNvSpPr>
            <p:nvPr/>
          </p:nvSpPr>
          <p:spPr bwMode="auto">
            <a:xfrm>
              <a:off x="3144" y="333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4</a:t>
              </a:r>
            </a:p>
          </p:txBody>
        </p:sp>
        <p:sp>
          <p:nvSpPr>
            <p:cNvPr id="26685" name="AutoShape 69"/>
            <p:cNvSpPr>
              <a:spLocks noChangeArrowheads="1"/>
            </p:cNvSpPr>
            <p:nvPr/>
          </p:nvSpPr>
          <p:spPr bwMode="auto">
            <a:xfrm>
              <a:off x="3267" y="3807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86" name="Text Box 70"/>
            <p:cNvSpPr txBox="1">
              <a:spLocks noChangeArrowheads="1"/>
            </p:cNvSpPr>
            <p:nvPr/>
          </p:nvSpPr>
          <p:spPr bwMode="auto">
            <a:xfrm>
              <a:off x="3220" y="3631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5</a:t>
              </a:r>
            </a:p>
          </p:txBody>
        </p:sp>
        <p:sp>
          <p:nvSpPr>
            <p:cNvPr id="26687" name="AutoShape 71"/>
            <p:cNvSpPr>
              <a:spLocks noChangeArrowheads="1"/>
            </p:cNvSpPr>
            <p:nvPr/>
          </p:nvSpPr>
          <p:spPr bwMode="auto">
            <a:xfrm>
              <a:off x="3462" y="3505"/>
              <a:ext cx="93" cy="119"/>
            </a:xfrm>
            <a:prstGeom prst="upArrow">
              <a:avLst>
                <a:gd name="adj1" fmla="val 50000"/>
                <a:gd name="adj2" fmla="val 3198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88" name="Text Box 72"/>
            <p:cNvSpPr txBox="1">
              <a:spLocks noChangeArrowheads="1"/>
            </p:cNvSpPr>
            <p:nvPr/>
          </p:nvSpPr>
          <p:spPr bwMode="auto">
            <a:xfrm>
              <a:off x="3415" y="3335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6689" name="AutoShape 73"/>
            <p:cNvSpPr>
              <a:spLocks noChangeArrowheads="1"/>
            </p:cNvSpPr>
            <p:nvPr/>
          </p:nvSpPr>
          <p:spPr bwMode="auto">
            <a:xfrm>
              <a:off x="3581" y="3205"/>
              <a:ext cx="92" cy="120"/>
            </a:xfrm>
            <a:prstGeom prst="upArrow">
              <a:avLst>
                <a:gd name="adj1" fmla="val 50000"/>
                <a:gd name="adj2" fmla="val 32609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90" name="Text Box 74"/>
            <p:cNvSpPr txBox="1">
              <a:spLocks noChangeArrowheads="1"/>
            </p:cNvSpPr>
            <p:nvPr/>
          </p:nvSpPr>
          <p:spPr bwMode="auto">
            <a:xfrm>
              <a:off x="3534" y="3039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  <p:sp>
          <p:nvSpPr>
            <p:cNvPr id="26691" name="AutoShape 75"/>
            <p:cNvSpPr>
              <a:spLocks noChangeArrowheads="1"/>
            </p:cNvSpPr>
            <p:nvPr/>
          </p:nvSpPr>
          <p:spPr bwMode="auto">
            <a:xfrm>
              <a:off x="3522" y="3805"/>
              <a:ext cx="93" cy="120"/>
            </a:xfrm>
            <a:prstGeom prst="upArrow">
              <a:avLst>
                <a:gd name="adj1" fmla="val 50000"/>
                <a:gd name="adj2" fmla="val 32258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t-IT" altLang="it-IT" sz="1800">
                <a:latin typeface="Arial" charset="0"/>
              </a:endParaRPr>
            </a:p>
          </p:txBody>
        </p:sp>
        <p:sp>
          <p:nvSpPr>
            <p:cNvPr id="26692" name="Text Box 76"/>
            <p:cNvSpPr txBox="1">
              <a:spLocks noChangeArrowheads="1"/>
            </p:cNvSpPr>
            <p:nvPr/>
          </p:nvSpPr>
          <p:spPr bwMode="auto">
            <a:xfrm>
              <a:off x="3475" y="3636"/>
              <a:ext cx="2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000">
                  <a:latin typeface="Arial" charset="0"/>
                </a:rPr>
                <a:t>m</a:t>
              </a:r>
              <a:r>
                <a:rPr lang="it-IT" altLang="it-IT" sz="1000" baseline="-25000">
                  <a:latin typeface="Arial" charset="0"/>
                </a:rPr>
                <a:t>6</a:t>
              </a:r>
            </a:p>
          </p:txBody>
        </p:sp>
      </p:grpSp>
      <p:sp>
        <p:nvSpPr>
          <p:cNvPr id="87117" name="Text Box 77"/>
          <p:cNvSpPr txBox="1">
            <a:spLocks noChangeArrowheads="1"/>
          </p:cNvSpPr>
          <p:nvPr/>
        </p:nvSpPr>
        <p:spPr bwMode="auto">
          <a:xfrm>
            <a:off x="2716323" y="5857331"/>
            <a:ext cx="3397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000">
                <a:latin typeface="Arial" charset="0"/>
              </a:rPr>
              <a:t>m</a:t>
            </a:r>
            <a:r>
              <a:rPr lang="it-IT" altLang="it-IT" sz="1000" baseline="-25000">
                <a:latin typeface="Arial" charset="0"/>
              </a:rPr>
              <a:t>2</a:t>
            </a:r>
          </a:p>
        </p:txBody>
      </p:sp>
      <p:sp>
        <p:nvSpPr>
          <p:cNvPr id="87118" name="Line 78"/>
          <p:cNvSpPr>
            <a:spLocks noChangeShapeType="1"/>
          </p:cNvSpPr>
          <p:nvPr/>
        </p:nvSpPr>
        <p:spPr bwMode="auto">
          <a:xfrm flipV="1">
            <a:off x="2695685" y="5787480"/>
            <a:ext cx="404813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7119" name="Line 79"/>
          <p:cNvSpPr>
            <a:spLocks noChangeShapeType="1"/>
          </p:cNvSpPr>
          <p:nvPr/>
        </p:nvSpPr>
        <p:spPr bwMode="auto">
          <a:xfrm flipH="1" flipV="1">
            <a:off x="2695685" y="5831930"/>
            <a:ext cx="404813" cy="404812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7120" name="Oval 80"/>
          <p:cNvSpPr>
            <a:spLocks noChangeArrowheads="1"/>
          </p:cNvSpPr>
          <p:nvPr/>
        </p:nvSpPr>
        <p:spPr bwMode="auto">
          <a:xfrm>
            <a:off x="3865672" y="5741442"/>
            <a:ext cx="495300" cy="5842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87121" name="Oval 81"/>
          <p:cNvSpPr>
            <a:spLocks noChangeArrowheads="1"/>
          </p:cNvSpPr>
          <p:nvPr/>
        </p:nvSpPr>
        <p:spPr bwMode="auto">
          <a:xfrm>
            <a:off x="2994135" y="5720806"/>
            <a:ext cx="944563" cy="630237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7106321" y="5166520"/>
            <a:ext cx="2312988" cy="1068387"/>
            <a:chOff x="3766" y="3131"/>
            <a:chExt cx="1457" cy="673"/>
          </a:xfrm>
          <a:solidFill>
            <a:schemeClr val="accent2"/>
          </a:solidFill>
        </p:grpSpPr>
        <p:sp>
          <p:nvSpPr>
            <p:cNvPr id="26653" name="Oval 83"/>
            <p:cNvSpPr>
              <a:spLocks noChangeArrowheads="1"/>
            </p:cNvSpPr>
            <p:nvPr/>
          </p:nvSpPr>
          <p:spPr bwMode="auto">
            <a:xfrm>
              <a:off x="4022" y="3257"/>
              <a:ext cx="928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TO(NUA,WNUTO)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6654" name="AutoShape 84"/>
            <p:cNvCxnSpPr>
              <a:cxnSpLocks noChangeShapeType="1"/>
              <a:stCxn id="26651" idx="4"/>
              <a:endCxn id="26653" idx="1"/>
            </p:cNvCxnSpPr>
            <p:nvPr/>
          </p:nvCxnSpPr>
          <p:spPr bwMode="auto">
            <a:xfrm>
              <a:off x="3766" y="3131"/>
              <a:ext cx="392" cy="20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  <p:cxnSp>
          <p:nvCxnSpPr>
            <p:cNvPr id="26655" name="AutoShape 85"/>
            <p:cNvCxnSpPr>
              <a:cxnSpLocks noChangeShapeType="1"/>
              <a:stCxn id="26646" idx="4"/>
              <a:endCxn id="26653" idx="7"/>
            </p:cNvCxnSpPr>
            <p:nvPr/>
          </p:nvCxnSpPr>
          <p:spPr bwMode="auto">
            <a:xfrm flipH="1">
              <a:off x="4814" y="3131"/>
              <a:ext cx="409" cy="20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6369720" y="3763169"/>
            <a:ext cx="1471613" cy="1403350"/>
            <a:chOff x="3302" y="2247"/>
            <a:chExt cx="927" cy="884"/>
          </a:xfrm>
          <a:solidFill>
            <a:schemeClr val="accent2"/>
          </a:solidFill>
        </p:grpSpPr>
        <p:sp>
          <p:nvSpPr>
            <p:cNvPr id="26651" name="Oval 87"/>
            <p:cNvSpPr>
              <a:spLocks noChangeArrowheads="1"/>
            </p:cNvSpPr>
            <p:nvPr/>
          </p:nvSpPr>
          <p:spPr bwMode="auto">
            <a:xfrm>
              <a:off x="3302" y="2583"/>
              <a:ext cx="927" cy="5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TO(UA,WNUTO)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6652" name="AutoShape 88"/>
            <p:cNvCxnSpPr>
              <a:cxnSpLocks noChangeShapeType="1"/>
              <a:stCxn id="26645" idx="4"/>
              <a:endCxn id="26651" idx="0"/>
            </p:cNvCxnSpPr>
            <p:nvPr/>
          </p:nvCxnSpPr>
          <p:spPr bwMode="auto">
            <a:xfrm>
              <a:off x="3765" y="2247"/>
              <a:ext cx="1" cy="33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  <p:grpSp>
        <p:nvGrpSpPr>
          <p:cNvPr id="6" name="Group 89"/>
          <p:cNvGrpSpPr>
            <a:grpSpLocks/>
          </p:cNvGrpSpPr>
          <p:nvPr/>
        </p:nvGrpSpPr>
        <p:grpSpPr bwMode="auto">
          <a:xfrm>
            <a:off x="6368133" y="1824831"/>
            <a:ext cx="3787775" cy="3341688"/>
            <a:chOff x="3301" y="1026"/>
            <a:chExt cx="2386" cy="2105"/>
          </a:xfrm>
          <a:solidFill>
            <a:schemeClr val="accent2"/>
          </a:solidFill>
        </p:grpSpPr>
        <p:sp>
          <p:nvSpPr>
            <p:cNvPr id="26643" name="Oval 90"/>
            <p:cNvSpPr>
              <a:spLocks noChangeArrowheads="1"/>
            </p:cNvSpPr>
            <p:nvPr/>
          </p:nvSpPr>
          <p:spPr bwMode="auto">
            <a:xfrm>
              <a:off x="4022" y="1026"/>
              <a:ext cx="928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TO(UA,SUTO)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(Strongest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total order)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6644" name="Oval 91"/>
            <p:cNvSpPr>
              <a:spLocks noChangeArrowheads="1"/>
            </p:cNvSpPr>
            <p:nvPr/>
          </p:nvSpPr>
          <p:spPr bwMode="auto">
            <a:xfrm>
              <a:off x="4760" y="1699"/>
              <a:ext cx="927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TO(NUA,SUTO)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6645" name="Oval 92"/>
            <p:cNvSpPr>
              <a:spLocks noChangeArrowheads="1"/>
            </p:cNvSpPr>
            <p:nvPr/>
          </p:nvSpPr>
          <p:spPr bwMode="auto">
            <a:xfrm>
              <a:off x="3301" y="1700"/>
              <a:ext cx="928" cy="54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TO(UA,WUTO)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sp>
          <p:nvSpPr>
            <p:cNvPr id="26646" name="Oval 93"/>
            <p:cNvSpPr>
              <a:spLocks noChangeArrowheads="1"/>
            </p:cNvSpPr>
            <p:nvPr/>
          </p:nvSpPr>
          <p:spPr bwMode="auto">
            <a:xfrm>
              <a:off x="4760" y="2583"/>
              <a:ext cx="927" cy="5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200" b="1">
                  <a:solidFill>
                    <a:schemeClr val="bg1"/>
                  </a:solidFill>
                  <a:latin typeface="Arial" charset="0"/>
                </a:rPr>
                <a:t>TO(NUA,WUTO)</a:t>
              </a:r>
              <a:endParaRPr lang="en-US" altLang="it-IT" sz="1200" b="1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26647" name="AutoShape 94"/>
            <p:cNvCxnSpPr>
              <a:cxnSpLocks noChangeShapeType="1"/>
              <a:stCxn id="26645" idx="5"/>
              <a:endCxn id="26646" idx="1"/>
            </p:cNvCxnSpPr>
            <p:nvPr/>
          </p:nvCxnSpPr>
          <p:spPr bwMode="auto">
            <a:xfrm>
              <a:off x="4093" y="2167"/>
              <a:ext cx="803" cy="49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  <p:cxnSp>
          <p:nvCxnSpPr>
            <p:cNvPr id="26648" name="AutoShape 95"/>
            <p:cNvCxnSpPr>
              <a:cxnSpLocks noChangeShapeType="1"/>
              <a:stCxn id="26643" idx="3"/>
              <a:endCxn id="26645" idx="0"/>
            </p:cNvCxnSpPr>
            <p:nvPr/>
          </p:nvCxnSpPr>
          <p:spPr bwMode="auto">
            <a:xfrm flipH="1">
              <a:off x="3765" y="1493"/>
              <a:ext cx="393" cy="207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  <p:cxnSp>
          <p:nvCxnSpPr>
            <p:cNvPr id="26649" name="AutoShape 96"/>
            <p:cNvCxnSpPr>
              <a:cxnSpLocks noChangeShapeType="1"/>
              <a:stCxn id="26643" idx="5"/>
              <a:endCxn id="26644" idx="0"/>
            </p:cNvCxnSpPr>
            <p:nvPr/>
          </p:nvCxnSpPr>
          <p:spPr bwMode="auto">
            <a:xfrm>
              <a:off x="4814" y="1493"/>
              <a:ext cx="410" cy="206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  <p:cxnSp>
          <p:nvCxnSpPr>
            <p:cNvPr id="26650" name="AutoShape 97"/>
            <p:cNvCxnSpPr>
              <a:cxnSpLocks noChangeShapeType="1"/>
              <a:stCxn id="26644" idx="4"/>
              <a:endCxn id="26646" idx="0"/>
            </p:cNvCxnSpPr>
            <p:nvPr/>
          </p:nvCxnSpPr>
          <p:spPr bwMode="auto">
            <a:xfrm>
              <a:off x="5224" y="2246"/>
              <a:ext cx="0" cy="337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arrow" w="lg" len="lg"/>
            </a:ln>
          </p:spPr>
        </p:cxnSp>
      </p:grpSp>
      <p:sp>
        <p:nvSpPr>
          <p:cNvPr id="2" name="CasellaDiTesto 1"/>
          <p:cNvSpPr txBox="1"/>
          <p:nvPr/>
        </p:nvSpPr>
        <p:spPr>
          <a:xfrm>
            <a:off x="606537" y="4583835"/>
            <a:ext cx="18473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02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/>
              <a:t>Total Order Implementation</a:t>
            </a:r>
          </a:p>
        </p:txBody>
      </p:sp>
      <p:sp>
        <p:nvSpPr>
          <p:cNvPr id="6147" name="AutoShape 4"/>
          <p:cNvSpPr>
            <a:spLocks noChangeArrowheads="1"/>
          </p:cNvSpPr>
          <p:nvPr/>
        </p:nvSpPr>
        <p:spPr bwMode="auto">
          <a:xfrm>
            <a:off x="1830388" y="4940300"/>
            <a:ext cx="2736850" cy="1512888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2400"/>
              <a:t>Reliable </a:t>
            </a:r>
            <a:br>
              <a:rPr lang="en-GB" altLang="it-IT" sz="2400"/>
            </a:br>
            <a:r>
              <a:rPr lang="en-GB" altLang="it-IT" sz="2400"/>
              <a:t>Broadcast</a:t>
            </a:r>
          </a:p>
        </p:txBody>
      </p:sp>
      <p:sp>
        <p:nvSpPr>
          <p:cNvPr id="6148" name="AutoShape 5"/>
          <p:cNvSpPr>
            <a:spLocks noChangeArrowheads="1"/>
          </p:cNvSpPr>
          <p:nvPr/>
        </p:nvSpPr>
        <p:spPr bwMode="auto">
          <a:xfrm>
            <a:off x="5286375" y="4940300"/>
            <a:ext cx="2736850" cy="1512888"/>
          </a:xfrm>
          <a:prstGeom prst="cube">
            <a:avLst>
              <a:gd name="adj" fmla="val 25000"/>
            </a:avLst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2400"/>
              <a:t>Consensus</a:t>
            </a:r>
          </a:p>
        </p:txBody>
      </p:sp>
      <p:sp>
        <p:nvSpPr>
          <p:cNvPr id="6149" name="AutoShape 6"/>
          <p:cNvSpPr>
            <a:spLocks noChangeArrowheads="1"/>
          </p:cNvSpPr>
          <p:nvPr/>
        </p:nvSpPr>
        <p:spPr bwMode="auto">
          <a:xfrm>
            <a:off x="1830389" y="2708275"/>
            <a:ext cx="6408737" cy="1512888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2400"/>
              <a:t>Total Order </a:t>
            </a:r>
            <a:br>
              <a:rPr lang="en-GB" altLang="it-IT" sz="2400"/>
            </a:br>
            <a:r>
              <a:rPr lang="en-GB" altLang="it-IT" sz="2400"/>
              <a:t>Broadcast</a:t>
            </a:r>
          </a:p>
        </p:txBody>
      </p:sp>
      <p:sp>
        <p:nvSpPr>
          <p:cNvPr id="6150" name="Line 7"/>
          <p:cNvSpPr>
            <a:spLocks noChangeShapeType="1"/>
          </p:cNvSpPr>
          <p:nvPr/>
        </p:nvSpPr>
        <p:spPr bwMode="auto">
          <a:xfrm>
            <a:off x="2622550" y="4221163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>
            <a:off x="3630613" y="4221163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>
            <a:off x="6296025" y="4221163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>
            <a:off x="7304088" y="4221163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4" name="Text Box 11"/>
          <p:cNvSpPr txBox="1">
            <a:spLocks noChangeArrowheads="1"/>
          </p:cNvSpPr>
          <p:nvPr/>
        </p:nvSpPr>
        <p:spPr bwMode="auto">
          <a:xfrm>
            <a:off x="750889" y="4430713"/>
            <a:ext cx="19446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it-IT"/>
              <a:t>rbBroadcast(m)</a:t>
            </a:r>
          </a:p>
        </p:txBody>
      </p:sp>
      <p:sp>
        <p:nvSpPr>
          <p:cNvPr id="6155" name="Text Box 12"/>
          <p:cNvSpPr txBox="1">
            <a:spLocks noChangeArrowheads="1"/>
          </p:cNvSpPr>
          <p:nvPr/>
        </p:nvSpPr>
        <p:spPr bwMode="auto">
          <a:xfrm>
            <a:off x="3270250" y="4221163"/>
            <a:ext cx="2089150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it-IT"/>
              <a:t>rbDeliver(s</a:t>
            </a:r>
            <a:r>
              <a:rPr lang="en-GB" altLang="it-IT" baseline="-25000"/>
              <a:t>m</a:t>
            </a:r>
            <a:r>
              <a:rPr lang="en-GB" altLang="it-IT"/>
              <a:t>, m)</a:t>
            </a:r>
          </a:p>
        </p:txBody>
      </p:sp>
      <p:sp>
        <p:nvSpPr>
          <p:cNvPr id="6156" name="Line 13"/>
          <p:cNvSpPr>
            <a:spLocks noChangeShapeType="1"/>
          </p:cNvSpPr>
          <p:nvPr/>
        </p:nvSpPr>
        <p:spPr bwMode="auto">
          <a:xfrm>
            <a:off x="4278313" y="1844675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7" name="Line 14"/>
          <p:cNvSpPr>
            <a:spLocks noChangeShapeType="1"/>
          </p:cNvSpPr>
          <p:nvPr/>
        </p:nvSpPr>
        <p:spPr bwMode="auto">
          <a:xfrm>
            <a:off x="5286375" y="1844675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8" name="Text Box 15"/>
          <p:cNvSpPr txBox="1">
            <a:spLocks noChangeArrowheads="1"/>
          </p:cNvSpPr>
          <p:nvPr/>
        </p:nvSpPr>
        <p:spPr bwMode="auto">
          <a:xfrm>
            <a:off x="2263776" y="2054225"/>
            <a:ext cx="2087563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it-IT"/>
              <a:t>TOBroadcast(m)</a:t>
            </a:r>
          </a:p>
        </p:txBody>
      </p:sp>
      <p:sp>
        <p:nvSpPr>
          <p:cNvPr id="6159" name="Text Box 16"/>
          <p:cNvSpPr txBox="1">
            <a:spLocks noChangeArrowheads="1"/>
          </p:cNvSpPr>
          <p:nvPr/>
        </p:nvSpPr>
        <p:spPr bwMode="auto">
          <a:xfrm>
            <a:off x="5143500" y="2024063"/>
            <a:ext cx="2305050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TODeliver(s</a:t>
            </a:r>
            <a:r>
              <a:rPr lang="en-GB" altLang="it-IT" baseline="-25000"/>
              <a:t>m</a:t>
            </a:r>
            <a:r>
              <a:rPr lang="en-GB" altLang="it-IT"/>
              <a:t>, m)</a:t>
            </a:r>
          </a:p>
        </p:txBody>
      </p:sp>
      <p:sp>
        <p:nvSpPr>
          <p:cNvPr id="6160" name="Text Box 17"/>
          <p:cNvSpPr txBox="1">
            <a:spLocks noChangeArrowheads="1"/>
          </p:cNvSpPr>
          <p:nvPr/>
        </p:nvSpPr>
        <p:spPr bwMode="auto">
          <a:xfrm>
            <a:off x="4206875" y="4575175"/>
            <a:ext cx="2089150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it-IT"/>
              <a:t>propose(s</a:t>
            </a:r>
            <a:r>
              <a:rPr lang="en-GB" altLang="it-IT" baseline="-25000"/>
              <a:t>n</a:t>
            </a:r>
            <a:r>
              <a:rPr lang="en-GB" altLang="it-IT"/>
              <a:t>, list)</a:t>
            </a:r>
          </a:p>
        </p:txBody>
      </p:sp>
      <p:sp>
        <p:nvSpPr>
          <p:cNvPr id="6161" name="Text Box 18"/>
          <p:cNvSpPr txBox="1">
            <a:spLocks noChangeArrowheads="1"/>
          </p:cNvSpPr>
          <p:nvPr/>
        </p:nvSpPr>
        <p:spPr bwMode="auto">
          <a:xfrm>
            <a:off x="7086600" y="4575175"/>
            <a:ext cx="2089150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decide(s</a:t>
            </a:r>
            <a:r>
              <a:rPr lang="en-GB" altLang="it-IT" baseline="-25000"/>
              <a:t>n</a:t>
            </a:r>
            <a:r>
              <a:rPr lang="en-GB" altLang="it-IT"/>
              <a:t>, list)</a:t>
            </a:r>
          </a:p>
        </p:txBody>
      </p:sp>
    </p:spTree>
    <p:extLst>
      <p:ext uri="{BB962C8B-B14F-4D97-AF65-F5344CB8AC3E}">
        <p14:creationId xmlns:p14="http://schemas.microsoft.com/office/powerpoint/2010/main" val="592940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/>
              <a:t>Total Order Algorithm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8" y="1868487"/>
            <a:ext cx="6330950" cy="3947534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113" y="3406776"/>
            <a:ext cx="6278370" cy="230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27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4814"/>
            <a:ext cx="8229600" cy="1152525"/>
          </a:xfrm>
        </p:spPr>
        <p:txBody>
          <a:bodyPr/>
          <a:lstStyle/>
          <a:p>
            <a:pPr eaLnBrk="1" hangingPunct="1"/>
            <a:r>
              <a:rPr lang="en-GB" altLang="it-IT"/>
              <a:t>Example</a:t>
            </a:r>
          </a:p>
        </p:txBody>
      </p:sp>
      <p:sp>
        <p:nvSpPr>
          <p:cNvPr id="8195" name="Line 4"/>
          <p:cNvSpPr>
            <a:spLocks noChangeShapeType="1"/>
          </p:cNvSpPr>
          <p:nvPr/>
        </p:nvSpPr>
        <p:spPr bwMode="auto">
          <a:xfrm>
            <a:off x="1182688" y="220503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6" name="Line 5"/>
          <p:cNvSpPr>
            <a:spLocks noChangeShapeType="1"/>
          </p:cNvSpPr>
          <p:nvPr/>
        </p:nvSpPr>
        <p:spPr bwMode="auto">
          <a:xfrm>
            <a:off x="1182688" y="31416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1182688" y="42211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8" name="Line 7"/>
          <p:cNvSpPr>
            <a:spLocks noChangeShapeType="1"/>
          </p:cNvSpPr>
          <p:nvPr/>
        </p:nvSpPr>
        <p:spPr bwMode="auto">
          <a:xfrm>
            <a:off x="1182688" y="544512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9" name="Text Box 8"/>
          <p:cNvSpPr txBox="1">
            <a:spLocks noChangeArrowheads="1"/>
          </p:cNvSpPr>
          <p:nvPr/>
        </p:nvSpPr>
        <p:spPr bwMode="auto">
          <a:xfrm>
            <a:off x="750889" y="40052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750889" y="19891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8201" name="Text Box 10"/>
          <p:cNvSpPr txBox="1">
            <a:spLocks noChangeArrowheads="1"/>
          </p:cNvSpPr>
          <p:nvPr/>
        </p:nvSpPr>
        <p:spPr bwMode="auto">
          <a:xfrm>
            <a:off x="750889" y="29241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8202" name="Text Box 11"/>
          <p:cNvSpPr txBox="1">
            <a:spLocks noChangeArrowheads="1"/>
          </p:cNvSpPr>
          <p:nvPr/>
        </p:nvSpPr>
        <p:spPr bwMode="auto">
          <a:xfrm>
            <a:off x="750889" y="52292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8203" name="Line 12"/>
          <p:cNvSpPr>
            <a:spLocks noChangeShapeType="1"/>
          </p:cNvSpPr>
          <p:nvPr/>
        </p:nvSpPr>
        <p:spPr bwMode="auto">
          <a:xfrm>
            <a:off x="1687513" y="2205039"/>
            <a:ext cx="1008062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4" name="Line 13"/>
          <p:cNvSpPr>
            <a:spLocks noChangeShapeType="1"/>
          </p:cNvSpPr>
          <p:nvPr/>
        </p:nvSpPr>
        <p:spPr bwMode="auto">
          <a:xfrm>
            <a:off x="1687513" y="2205039"/>
            <a:ext cx="10795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5" name="Line 14"/>
          <p:cNvSpPr>
            <a:spLocks noChangeShapeType="1"/>
          </p:cNvSpPr>
          <p:nvPr/>
        </p:nvSpPr>
        <p:spPr bwMode="auto">
          <a:xfrm>
            <a:off x="1687513" y="2205039"/>
            <a:ext cx="482441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1687513" y="1987550"/>
            <a:ext cx="1008062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7" name="Text Box 16"/>
          <p:cNvSpPr txBox="1">
            <a:spLocks noChangeArrowheads="1"/>
          </p:cNvSpPr>
          <p:nvPr/>
        </p:nvSpPr>
        <p:spPr bwMode="auto">
          <a:xfrm>
            <a:off x="1398589" y="170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8208" name="Line 17"/>
          <p:cNvSpPr>
            <a:spLocks noChangeShapeType="1"/>
          </p:cNvSpPr>
          <p:nvPr/>
        </p:nvSpPr>
        <p:spPr bwMode="auto">
          <a:xfrm flipV="1">
            <a:off x="1543051" y="2205039"/>
            <a:ext cx="1584325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9" name="Line 18"/>
          <p:cNvSpPr>
            <a:spLocks noChangeShapeType="1"/>
          </p:cNvSpPr>
          <p:nvPr/>
        </p:nvSpPr>
        <p:spPr bwMode="auto">
          <a:xfrm flipV="1">
            <a:off x="1543051" y="3141663"/>
            <a:ext cx="1655763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0" name="Line 19"/>
          <p:cNvSpPr>
            <a:spLocks noChangeShapeType="1"/>
          </p:cNvSpPr>
          <p:nvPr/>
        </p:nvSpPr>
        <p:spPr bwMode="auto">
          <a:xfrm flipV="1">
            <a:off x="1543051" y="4221163"/>
            <a:ext cx="1584325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1" name="Freeform 20"/>
          <p:cNvSpPr>
            <a:spLocks/>
          </p:cNvSpPr>
          <p:nvPr/>
        </p:nvSpPr>
        <p:spPr bwMode="auto">
          <a:xfrm>
            <a:off x="1544639" y="5227639"/>
            <a:ext cx="1006475" cy="217487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2" name="Text Box 21"/>
          <p:cNvSpPr txBox="1">
            <a:spLocks noChangeArrowheads="1"/>
          </p:cNvSpPr>
          <p:nvPr/>
        </p:nvSpPr>
        <p:spPr bwMode="auto">
          <a:xfrm>
            <a:off x="1327151" y="551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8213" name="Line 23"/>
          <p:cNvSpPr>
            <a:spLocks noChangeShapeType="1"/>
          </p:cNvSpPr>
          <p:nvPr/>
        </p:nvSpPr>
        <p:spPr bwMode="auto">
          <a:xfrm>
            <a:off x="2767013" y="1700213"/>
            <a:ext cx="0" cy="4176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4" name="Text Box 24"/>
          <p:cNvSpPr txBox="1">
            <a:spLocks noChangeArrowheads="1"/>
          </p:cNvSpPr>
          <p:nvPr/>
        </p:nvSpPr>
        <p:spPr bwMode="auto">
          <a:xfrm>
            <a:off x="3271838" y="5514975"/>
            <a:ext cx="2160587" cy="840230"/>
          </a:xfrm>
          <a:prstGeom prst="rect">
            <a:avLst/>
          </a:prstGeom>
          <a:solidFill>
            <a:schemeClr val="accent2">
              <a:alpha val="5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An instance of consensus is triggered</a:t>
            </a:r>
          </a:p>
        </p:txBody>
      </p:sp>
      <p:sp>
        <p:nvSpPr>
          <p:cNvPr id="8215" name="Line 25"/>
          <p:cNvSpPr>
            <a:spLocks noChangeShapeType="1"/>
          </p:cNvSpPr>
          <p:nvPr/>
        </p:nvSpPr>
        <p:spPr bwMode="auto">
          <a:xfrm>
            <a:off x="2767013" y="5734051"/>
            <a:ext cx="43180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189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4814"/>
            <a:ext cx="8229600" cy="1152525"/>
          </a:xfrm>
        </p:spPr>
        <p:txBody>
          <a:bodyPr/>
          <a:lstStyle/>
          <a:p>
            <a:pPr eaLnBrk="1" hangingPunct="1"/>
            <a:r>
              <a:rPr lang="en-GB" altLang="it-IT"/>
              <a:t>Example</a:t>
            </a: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1182688" y="220503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1182688" y="31416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1182688" y="42211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1182688" y="544512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750889" y="40052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750889" y="19891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750889" y="29241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50889" y="52292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1687513" y="2205039"/>
            <a:ext cx="1008062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1687513" y="2205039"/>
            <a:ext cx="10795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1687513" y="2205039"/>
            <a:ext cx="482441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0" name="Freeform 14"/>
          <p:cNvSpPr>
            <a:spLocks/>
          </p:cNvSpPr>
          <p:nvPr/>
        </p:nvSpPr>
        <p:spPr bwMode="auto">
          <a:xfrm>
            <a:off x="1687513" y="1987550"/>
            <a:ext cx="1008062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1398589" y="170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 flipV="1">
            <a:off x="1543051" y="2205039"/>
            <a:ext cx="1584325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 flipV="1">
            <a:off x="1543050" y="3141663"/>
            <a:ext cx="863600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4" name="Line 18"/>
          <p:cNvSpPr>
            <a:spLocks noChangeShapeType="1"/>
          </p:cNvSpPr>
          <p:nvPr/>
        </p:nvSpPr>
        <p:spPr bwMode="auto">
          <a:xfrm flipV="1">
            <a:off x="1543051" y="4221163"/>
            <a:ext cx="1584325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5" name="Freeform 19"/>
          <p:cNvSpPr>
            <a:spLocks/>
          </p:cNvSpPr>
          <p:nvPr/>
        </p:nvSpPr>
        <p:spPr bwMode="auto">
          <a:xfrm>
            <a:off x="1544639" y="5227639"/>
            <a:ext cx="1006475" cy="217487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1327151" y="551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>
            <a:off x="2767013" y="1700213"/>
            <a:ext cx="0" cy="4176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8" name="Rectangle 24"/>
          <p:cNvSpPr>
            <a:spLocks noChangeArrowheads="1"/>
          </p:cNvSpPr>
          <p:nvPr/>
        </p:nvSpPr>
        <p:spPr bwMode="auto">
          <a:xfrm>
            <a:off x="2335214" y="1700213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m1</a:t>
            </a:r>
          </a:p>
        </p:txBody>
      </p:sp>
      <p:sp>
        <p:nvSpPr>
          <p:cNvPr id="9239" name="Rectangle 25"/>
          <p:cNvSpPr>
            <a:spLocks noChangeArrowheads="1"/>
          </p:cNvSpPr>
          <p:nvPr/>
        </p:nvSpPr>
        <p:spPr bwMode="auto">
          <a:xfrm>
            <a:off x="2335214" y="2924175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m2</a:t>
            </a:r>
          </a:p>
        </p:txBody>
      </p:sp>
      <p:sp>
        <p:nvSpPr>
          <p:cNvPr id="9240" name="Rectangle 26"/>
          <p:cNvSpPr>
            <a:spLocks noChangeArrowheads="1"/>
          </p:cNvSpPr>
          <p:nvPr/>
        </p:nvSpPr>
        <p:spPr bwMode="auto">
          <a:xfrm>
            <a:off x="2335214" y="4005263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m1</a:t>
            </a:r>
          </a:p>
        </p:txBody>
      </p:sp>
      <p:sp>
        <p:nvSpPr>
          <p:cNvPr id="9241" name="Rectangle 27"/>
          <p:cNvSpPr>
            <a:spLocks noChangeArrowheads="1"/>
          </p:cNvSpPr>
          <p:nvPr/>
        </p:nvSpPr>
        <p:spPr bwMode="auto">
          <a:xfrm>
            <a:off x="2333625" y="5229225"/>
            <a:ext cx="865188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m1, m2</a:t>
            </a:r>
          </a:p>
        </p:txBody>
      </p:sp>
      <p:sp>
        <p:nvSpPr>
          <p:cNvPr id="9242" name="Text Box 28"/>
          <p:cNvSpPr txBox="1">
            <a:spLocks noChangeArrowheads="1"/>
          </p:cNvSpPr>
          <p:nvPr/>
        </p:nvSpPr>
        <p:spPr bwMode="auto">
          <a:xfrm>
            <a:off x="3198814" y="5734050"/>
            <a:ext cx="2160587" cy="840230"/>
          </a:xfrm>
          <a:prstGeom prst="rect">
            <a:avLst/>
          </a:prstGeom>
          <a:solidFill>
            <a:schemeClr val="accent2">
              <a:alpha val="5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Each process proposes its </a:t>
            </a:r>
            <a:r>
              <a:rPr lang="en-GB" altLang="it-IT" i="1"/>
              <a:t>unordered</a:t>
            </a:r>
            <a:r>
              <a:rPr lang="en-GB" altLang="it-IT"/>
              <a:t> buffer</a:t>
            </a:r>
          </a:p>
        </p:txBody>
      </p:sp>
      <p:sp>
        <p:nvSpPr>
          <p:cNvPr id="9243" name="Line 29"/>
          <p:cNvSpPr>
            <a:spLocks noChangeShapeType="1"/>
          </p:cNvSpPr>
          <p:nvPr/>
        </p:nvSpPr>
        <p:spPr bwMode="auto">
          <a:xfrm>
            <a:off x="2767013" y="5734051"/>
            <a:ext cx="43180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333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4814"/>
            <a:ext cx="8229600" cy="1152525"/>
          </a:xfrm>
        </p:spPr>
        <p:txBody>
          <a:bodyPr/>
          <a:lstStyle/>
          <a:p>
            <a:pPr eaLnBrk="1" hangingPunct="1"/>
            <a:r>
              <a:rPr lang="en-GB" altLang="it-IT"/>
              <a:t>Example</a:t>
            </a:r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1182688" y="220503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1182688" y="31416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1182688" y="42211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1182688" y="544512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750889" y="40052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750889" y="19891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750889" y="29241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750889" y="52292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1687513" y="2205039"/>
            <a:ext cx="1008062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1687513" y="2205039"/>
            <a:ext cx="10795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1687513" y="2205039"/>
            <a:ext cx="504031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4" name="Freeform 14"/>
          <p:cNvSpPr>
            <a:spLocks/>
          </p:cNvSpPr>
          <p:nvPr/>
        </p:nvSpPr>
        <p:spPr bwMode="auto">
          <a:xfrm>
            <a:off x="1687513" y="1987550"/>
            <a:ext cx="1008062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398589" y="170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 flipV="1">
            <a:off x="1543051" y="2205039"/>
            <a:ext cx="1871663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 flipV="1">
            <a:off x="1543050" y="3141663"/>
            <a:ext cx="1944688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 flipV="1">
            <a:off x="1543050" y="4221163"/>
            <a:ext cx="194468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9" name="Freeform 19"/>
          <p:cNvSpPr>
            <a:spLocks/>
          </p:cNvSpPr>
          <p:nvPr/>
        </p:nvSpPr>
        <p:spPr bwMode="auto">
          <a:xfrm>
            <a:off x="1544639" y="5227639"/>
            <a:ext cx="1006475" cy="217487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1327151" y="551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2873375" y="1700213"/>
            <a:ext cx="0" cy="4176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2840039" y="1628775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2840039" y="2565400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2840039" y="3644900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2840039" y="4868863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m1</a:t>
            </a:r>
          </a:p>
        </p:txBody>
      </p:sp>
      <p:sp>
        <p:nvSpPr>
          <p:cNvPr id="10266" name="AutoShape 26"/>
          <p:cNvSpPr>
            <a:spLocks noChangeArrowheads="1"/>
          </p:cNvSpPr>
          <p:nvPr/>
        </p:nvSpPr>
        <p:spPr bwMode="auto">
          <a:xfrm>
            <a:off x="2767013" y="184467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0267" name="AutoShape 27"/>
          <p:cNvSpPr>
            <a:spLocks noChangeArrowheads="1"/>
          </p:cNvSpPr>
          <p:nvPr/>
        </p:nvSpPr>
        <p:spPr bwMode="auto">
          <a:xfrm>
            <a:off x="2767013" y="27813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0268" name="AutoShape 28"/>
          <p:cNvSpPr>
            <a:spLocks noChangeArrowheads="1"/>
          </p:cNvSpPr>
          <p:nvPr/>
        </p:nvSpPr>
        <p:spPr bwMode="auto">
          <a:xfrm>
            <a:off x="2767013" y="38608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0269" name="AutoShape 29"/>
          <p:cNvSpPr>
            <a:spLocks noChangeArrowheads="1"/>
          </p:cNvSpPr>
          <p:nvPr/>
        </p:nvSpPr>
        <p:spPr bwMode="auto">
          <a:xfrm>
            <a:off x="2767013" y="50847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0270" name="Text Box 40"/>
          <p:cNvSpPr txBox="1">
            <a:spLocks noChangeArrowheads="1"/>
          </p:cNvSpPr>
          <p:nvPr/>
        </p:nvSpPr>
        <p:spPr bwMode="auto">
          <a:xfrm>
            <a:off x="3343275" y="5734050"/>
            <a:ext cx="2376488" cy="840230"/>
          </a:xfrm>
          <a:prstGeom prst="rect">
            <a:avLst/>
          </a:prstGeom>
          <a:solidFill>
            <a:schemeClr val="accent2">
              <a:alpha val="5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Consensus return m1 and all processes deliver m1</a:t>
            </a:r>
          </a:p>
        </p:txBody>
      </p:sp>
      <p:sp>
        <p:nvSpPr>
          <p:cNvPr id="10271" name="Line 41"/>
          <p:cNvSpPr>
            <a:spLocks noChangeShapeType="1"/>
          </p:cNvSpPr>
          <p:nvPr/>
        </p:nvSpPr>
        <p:spPr bwMode="auto">
          <a:xfrm>
            <a:off x="2911475" y="5734051"/>
            <a:ext cx="43180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639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4814"/>
            <a:ext cx="8229600" cy="1152525"/>
          </a:xfrm>
        </p:spPr>
        <p:txBody>
          <a:bodyPr/>
          <a:lstStyle/>
          <a:p>
            <a:pPr eaLnBrk="1" hangingPunct="1"/>
            <a:r>
              <a:rPr lang="en-GB" altLang="it-IT"/>
              <a:t>Example</a:t>
            </a:r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1182688" y="220503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1182688" y="31416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1182688" y="42211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1182688" y="544512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750889" y="40052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750889" y="19891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750889" y="29241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750889" y="52292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1687513" y="2205039"/>
            <a:ext cx="1008062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1687513" y="2205039"/>
            <a:ext cx="10795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1687513" y="2205039"/>
            <a:ext cx="504031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8" name="Freeform 14"/>
          <p:cNvSpPr>
            <a:spLocks/>
          </p:cNvSpPr>
          <p:nvPr/>
        </p:nvSpPr>
        <p:spPr bwMode="auto">
          <a:xfrm>
            <a:off x="1687513" y="1987550"/>
            <a:ext cx="1008062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1398589" y="170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V="1">
            <a:off x="1543051" y="2205039"/>
            <a:ext cx="1871663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 flipV="1">
            <a:off x="1543050" y="3141663"/>
            <a:ext cx="1944688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 flipV="1">
            <a:off x="1543050" y="4221163"/>
            <a:ext cx="194468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3" name="Freeform 19"/>
          <p:cNvSpPr>
            <a:spLocks/>
          </p:cNvSpPr>
          <p:nvPr/>
        </p:nvSpPr>
        <p:spPr bwMode="auto">
          <a:xfrm>
            <a:off x="1544639" y="5227639"/>
            <a:ext cx="1006475" cy="217487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1327151" y="551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>
            <a:off x="5143500" y="1700213"/>
            <a:ext cx="0" cy="4176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4711700" y="1628775"/>
            <a:ext cx="865188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m2, m3</a:t>
            </a:r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4710114" y="2565400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m2, m3</a:t>
            </a:r>
          </a:p>
        </p:txBody>
      </p:sp>
      <p:sp>
        <p:nvSpPr>
          <p:cNvPr id="11288" name="Rectangle 24"/>
          <p:cNvSpPr>
            <a:spLocks noChangeArrowheads="1"/>
          </p:cNvSpPr>
          <p:nvPr/>
        </p:nvSpPr>
        <p:spPr bwMode="auto">
          <a:xfrm>
            <a:off x="4710114" y="3573463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m2</a:t>
            </a:r>
          </a:p>
        </p:txBody>
      </p:sp>
      <p:sp>
        <p:nvSpPr>
          <p:cNvPr id="11289" name="Rectangle 25"/>
          <p:cNvSpPr>
            <a:spLocks noChangeArrowheads="1"/>
          </p:cNvSpPr>
          <p:nvPr/>
        </p:nvSpPr>
        <p:spPr bwMode="auto">
          <a:xfrm>
            <a:off x="4710114" y="4797425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it-IT" sz="1400">
                <a:solidFill>
                  <a:schemeClr val="bg1"/>
                </a:solidFill>
              </a:rPr>
              <a:t>m2</a:t>
            </a:r>
          </a:p>
        </p:txBody>
      </p:sp>
      <p:sp>
        <p:nvSpPr>
          <p:cNvPr id="11290" name="AutoShape 28"/>
          <p:cNvSpPr>
            <a:spLocks noChangeArrowheads="1"/>
          </p:cNvSpPr>
          <p:nvPr/>
        </p:nvSpPr>
        <p:spPr bwMode="auto">
          <a:xfrm>
            <a:off x="2767013" y="184467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1291" name="AutoShape 29"/>
          <p:cNvSpPr>
            <a:spLocks noChangeArrowheads="1"/>
          </p:cNvSpPr>
          <p:nvPr/>
        </p:nvSpPr>
        <p:spPr bwMode="auto">
          <a:xfrm>
            <a:off x="2767013" y="27813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1292" name="AutoShape 30"/>
          <p:cNvSpPr>
            <a:spLocks noChangeArrowheads="1"/>
          </p:cNvSpPr>
          <p:nvPr/>
        </p:nvSpPr>
        <p:spPr bwMode="auto">
          <a:xfrm>
            <a:off x="2767013" y="38608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1293" name="AutoShape 31"/>
          <p:cNvSpPr>
            <a:spLocks noChangeArrowheads="1"/>
          </p:cNvSpPr>
          <p:nvPr/>
        </p:nvSpPr>
        <p:spPr bwMode="auto">
          <a:xfrm>
            <a:off x="2767013" y="50847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1294" name="Line 32"/>
          <p:cNvSpPr>
            <a:spLocks noChangeShapeType="1"/>
          </p:cNvSpPr>
          <p:nvPr/>
        </p:nvSpPr>
        <p:spPr bwMode="auto">
          <a:xfrm flipV="1">
            <a:off x="4351339" y="2205039"/>
            <a:ext cx="7207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5" name="Line 33"/>
          <p:cNvSpPr>
            <a:spLocks noChangeShapeType="1"/>
          </p:cNvSpPr>
          <p:nvPr/>
        </p:nvSpPr>
        <p:spPr bwMode="auto">
          <a:xfrm>
            <a:off x="4351338" y="3141663"/>
            <a:ext cx="1008062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6" name="Line 34"/>
          <p:cNvSpPr>
            <a:spLocks noChangeShapeType="1"/>
          </p:cNvSpPr>
          <p:nvPr/>
        </p:nvSpPr>
        <p:spPr bwMode="auto">
          <a:xfrm>
            <a:off x="4351339" y="3141663"/>
            <a:ext cx="1368425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7" name="Freeform 35"/>
          <p:cNvSpPr>
            <a:spLocks/>
          </p:cNvSpPr>
          <p:nvPr/>
        </p:nvSpPr>
        <p:spPr bwMode="auto">
          <a:xfrm>
            <a:off x="4351339" y="2924175"/>
            <a:ext cx="720725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8" name="Text Box 36"/>
          <p:cNvSpPr txBox="1">
            <a:spLocks noChangeArrowheads="1"/>
          </p:cNvSpPr>
          <p:nvPr/>
        </p:nvSpPr>
        <p:spPr bwMode="auto">
          <a:xfrm>
            <a:off x="3919539" y="28527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1299" name="Line 37"/>
          <p:cNvSpPr>
            <a:spLocks noChangeShapeType="1"/>
          </p:cNvSpPr>
          <p:nvPr/>
        </p:nvSpPr>
        <p:spPr bwMode="auto">
          <a:xfrm flipV="1">
            <a:off x="5862638" y="2205039"/>
            <a:ext cx="100965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0" name="Line 38"/>
          <p:cNvSpPr>
            <a:spLocks noChangeShapeType="1"/>
          </p:cNvSpPr>
          <p:nvPr/>
        </p:nvSpPr>
        <p:spPr bwMode="auto">
          <a:xfrm flipV="1">
            <a:off x="5862639" y="3141663"/>
            <a:ext cx="1081087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1" name="Line 39"/>
          <p:cNvSpPr>
            <a:spLocks noChangeShapeType="1"/>
          </p:cNvSpPr>
          <p:nvPr/>
        </p:nvSpPr>
        <p:spPr bwMode="auto">
          <a:xfrm>
            <a:off x="5862639" y="4221163"/>
            <a:ext cx="1728787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2" name="Freeform 40"/>
          <p:cNvSpPr>
            <a:spLocks/>
          </p:cNvSpPr>
          <p:nvPr/>
        </p:nvSpPr>
        <p:spPr bwMode="auto">
          <a:xfrm>
            <a:off x="5864226" y="4003675"/>
            <a:ext cx="1008063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3" name="Text Box 42"/>
          <p:cNvSpPr txBox="1">
            <a:spLocks noChangeArrowheads="1"/>
          </p:cNvSpPr>
          <p:nvPr/>
        </p:nvSpPr>
        <p:spPr bwMode="auto">
          <a:xfrm>
            <a:off x="5430839" y="39258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1304" name="Text Box 43"/>
          <p:cNvSpPr txBox="1">
            <a:spLocks noChangeArrowheads="1"/>
          </p:cNvSpPr>
          <p:nvPr/>
        </p:nvSpPr>
        <p:spPr bwMode="auto">
          <a:xfrm>
            <a:off x="3414714" y="5816600"/>
            <a:ext cx="2160587" cy="840230"/>
          </a:xfrm>
          <a:prstGeom prst="rect">
            <a:avLst/>
          </a:prstGeom>
          <a:solidFill>
            <a:schemeClr val="accent2">
              <a:alpha val="5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An instance of consensus is triggered</a:t>
            </a:r>
          </a:p>
        </p:txBody>
      </p:sp>
      <p:sp>
        <p:nvSpPr>
          <p:cNvPr id="11305" name="Text Box 45"/>
          <p:cNvSpPr txBox="1">
            <a:spLocks noChangeArrowheads="1"/>
          </p:cNvSpPr>
          <p:nvPr/>
        </p:nvSpPr>
        <p:spPr bwMode="auto">
          <a:xfrm>
            <a:off x="5575300" y="5816600"/>
            <a:ext cx="2160588" cy="840230"/>
          </a:xfrm>
          <a:prstGeom prst="rect">
            <a:avLst/>
          </a:prstGeom>
          <a:solidFill>
            <a:schemeClr val="accent2">
              <a:alpha val="5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Each process proposes its </a:t>
            </a:r>
            <a:r>
              <a:rPr lang="en-GB" altLang="it-IT" i="1"/>
              <a:t>unordered</a:t>
            </a:r>
            <a:r>
              <a:rPr lang="en-GB" altLang="it-IT"/>
              <a:t> buffer</a:t>
            </a:r>
          </a:p>
        </p:txBody>
      </p:sp>
    </p:spTree>
    <p:extLst>
      <p:ext uri="{BB962C8B-B14F-4D97-AF65-F5344CB8AC3E}">
        <p14:creationId xmlns:p14="http://schemas.microsoft.com/office/powerpoint/2010/main" val="1431213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04814"/>
            <a:ext cx="8229600" cy="1152525"/>
          </a:xfrm>
        </p:spPr>
        <p:txBody>
          <a:bodyPr/>
          <a:lstStyle/>
          <a:p>
            <a:pPr eaLnBrk="1" hangingPunct="1"/>
            <a:r>
              <a:rPr lang="en-GB" altLang="it-IT"/>
              <a:t>Example</a:t>
            </a:r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1182688" y="220503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182688" y="31416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1182688" y="422116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1182688" y="544512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750889" y="40052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750889" y="19891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750889" y="29241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750889" y="52292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1687513" y="2205039"/>
            <a:ext cx="1008062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1687513" y="2205039"/>
            <a:ext cx="107950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1687513" y="2205039"/>
            <a:ext cx="504031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2" name="Freeform 14"/>
          <p:cNvSpPr>
            <a:spLocks/>
          </p:cNvSpPr>
          <p:nvPr/>
        </p:nvSpPr>
        <p:spPr bwMode="auto">
          <a:xfrm>
            <a:off x="1687513" y="1987550"/>
            <a:ext cx="1008062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1398589" y="170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V="1">
            <a:off x="1543051" y="2205039"/>
            <a:ext cx="1871663" cy="324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 flipV="1">
            <a:off x="1543050" y="3141663"/>
            <a:ext cx="1944688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 flipV="1">
            <a:off x="1543050" y="4221163"/>
            <a:ext cx="194468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7" name="Freeform 19"/>
          <p:cNvSpPr>
            <a:spLocks/>
          </p:cNvSpPr>
          <p:nvPr/>
        </p:nvSpPr>
        <p:spPr bwMode="auto">
          <a:xfrm>
            <a:off x="1544639" y="5227639"/>
            <a:ext cx="1006475" cy="217487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1327151" y="55102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5143500" y="1700213"/>
            <a:ext cx="0" cy="4176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4711700" y="1628775"/>
            <a:ext cx="865188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4710114" y="2565400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4710114" y="3573463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4710114" y="4797425"/>
            <a:ext cx="865187" cy="215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it-IT" altLang="it-IT" sz="1400">
              <a:solidFill>
                <a:schemeClr val="bg1"/>
              </a:solidFill>
            </a:endParaRPr>
          </a:p>
        </p:txBody>
      </p:sp>
      <p:sp>
        <p:nvSpPr>
          <p:cNvPr id="12314" name="AutoShape 26"/>
          <p:cNvSpPr>
            <a:spLocks noChangeArrowheads="1"/>
          </p:cNvSpPr>
          <p:nvPr/>
        </p:nvSpPr>
        <p:spPr bwMode="auto">
          <a:xfrm>
            <a:off x="2767013" y="184467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15" name="AutoShape 27"/>
          <p:cNvSpPr>
            <a:spLocks noChangeArrowheads="1"/>
          </p:cNvSpPr>
          <p:nvPr/>
        </p:nvSpPr>
        <p:spPr bwMode="auto">
          <a:xfrm>
            <a:off x="2767013" y="27813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16" name="AutoShape 28"/>
          <p:cNvSpPr>
            <a:spLocks noChangeArrowheads="1"/>
          </p:cNvSpPr>
          <p:nvPr/>
        </p:nvSpPr>
        <p:spPr bwMode="auto">
          <a:xfrm>
            <a:off x="2767013" y="38608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17" name="AutoShape 29"/>
          <p:cNvSpPr>
            <a:spLocks noChangeArrowheads="1"/>
          </p:cNvSpPr>
          <p:nvPr/>
        </p:nvSpPr>
        <p:spPr bwMode="auto">
          <a:xfrm>
            <a:off x="2767013" y="50847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V="1">
            <a:off x="4351339" y="2205039"/>
            <a:ext cx="7207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19" name="Line 31"/>
          <p:cNvSpPr>
            <a:spLocks noChangeShapeType="1"/>
          </p:cNvSpPr>
          <p:nvPr/>
        </p:nvSpPr>
        <p:spPr bwMode="auto">
          <a:xfrm>
            <a:off x="4351338" y="3141663"/>
            <a:ext cx="1008062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>
            <a:off x="4351339" y="3141663"/>
            <a:ext cx="1368425" cy="230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1" name="Freeform 33"/>
          <p:cNvSpPr>
            <a:spLocks/>
          </p:cNvSpPr>
          <p:nvPr/>
        </p:nvSpPr>
        <p:spPr bwMode="auto">
          <a:xfrm>
            <a:off x="4351339" y="2924175"/>
            <a:ext cx="720725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3919539" y="285273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2323" name="Line 35"/>
          <p:cNvSpPr>
            <a:spLocks noChangeShapeType="1"/>
          </p:cNvSpPr>
          <p:nvPr/>
        </p:nvSpPr>
        <p:spPr bwMode="auto">
          <a:xfrm flipV="1">
            <a:off x="6870700" y="2205039"/>
            <a:ext cx="100965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4" name="Line 36"/>
          <p:cNvSpPr>
            <a:spLocks noChangeShapeType="1"/>
          </p:cNvSpPr>
          <p:nvPr/>
        </p:nvSpPr>
        <p:spPr bwMode="auto">
          <a:xfrm flipV="1">
            <a:off x="6870700" y="3141663"/>
            <a:ext cx="1081088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5" name="Line 37"/>
          <p:cNvSpPr>
            <a:spLocks noChangeShapeType="1"/>
          </p:cNvSpPr>
          <p:nvPr/>
        </p:nvSpPr>
        <p:spPr bwMode="auto">
          <a:xfrm>
            <a:off x="6870700" y="4221163"/>
            <a:ext cx="172878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6" name="Freeform 38"/>
          <p:cNvSpPr>
            <a:spLocks/>
          </p:cNvSpPr>
          <p:nvPr/>
        </p:nvSpPr>
        <p:spPr bwMode="auto">
          <a:xfrm>
            <a:off x="6872288" y="4003675"/>
            <a:ext cx="1008062" cy="217488"/>
          </a:xfrm>
          <a:custGeom>
            <a:avLst/>
            <a:gdLst>
              <a:gd name="T0" fmla="*/ 0 w 453"/>
              <a:gd name="T1" fmla="*/ 182 h 182"/>
              <a:gd name="T2" fmla="*/ 181 w 453"/>
              <a:gd name="T3" fmla="*/ 0 h 182"/>
              <a:gd name="T4" fmla="*/ 453 w 453"/>
              <a:gd name="T5" fmla="*/ 182 h 182"/>
              <a:gd name="T6" fmla="*/ 0 60000 65536"/>
              <a:gd name="T7" fmla="*/ 0 60000 65536"/>
              <a:gd name="T8" fmla="*/ 0 60000 65536"/>
              <a:gd name="T9" fmla="*/ 0 w 453"/>
              <a:gd name="T10" fmla="*/ 0 h 182"/>
              <a:gd name="T11" fmla="*/ 453 w 453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82">
                <a:moveTo>
                  <a:pt x="0" y="182"/>
                </a:moveTo>
                <a:cubicBezTo>
                  <a:pt x="53" y="91"/>
                  <a:pt x="106" y="0"/>
                  <a:pt x="181" y="0"/>
                </a:cubicBezTo>
                <a:cubicBezTo>
                  <a:pt x="256" y="0"/>
                  <a:pt x="354" y="91"/>
                  <a:pt x="453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7" name="Text Box 39"/>
          <p:cNvSpPr txBox="1">
            <a:spLocks noChangeArrowheads="1"/>
          </p:cNvSpPr>
          <p:nvPr/>
        </p:nvSpPr>
        <p:spPr bwMode="auto">
          <a:xfrm>
            <a:off x="6438901" y="39258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2328" name="Text Box 42"/>
          <p:cNvSpPr txBox="1">
            <a:spLocks noChangeArrowheads="1"/>
          </p:cNvSpPr>
          <p:nvPr/>
        </p:nvSpPr>
        <p:spPr bwMode="auto">
          <a:xfrm>
            <a:off x="5287963" y="5734050"/>
            <a:ext cx="2735262" cy="840230"/>
          </a:xfrm>
          <a:prstGeom prst="rect">
            <a:avLst/>
          </a:prstGeom>
          <a:solidFill>
            <a:schemeClr val="accent2">
              <a:alpha val="5607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Consensus return m2, m3 and all processes deliver m2 and then m3</a:t>
            </a:r>
          </a:p>
        </p:txBody>
      </p:sp>
      <p:sp>
        <p:nvSpPr>
          <p:cNvPr id="12329" name="AutoShape 43"/>
          <p:cNvSpPr>
            <a:spLocks noChangeArrowheads="1"/>
          </p:cNvSpPr>
          <p:nvPr/>
        </p:nvSpPr>
        <p:spPr bwMode="auto">
          <a:xfrm>
            <a:off x="5287963" y="184467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0" name="AutoShape 44"/>
          <p:cNvSpPr>
            <a:spLocks noChangeArrowheads="1"/>
          </p:cNvSpPr>
          <p:nvPr/>
        </p:nvSpPr>
        <p:spPr bwMode="auto">
          <a:xfrm>
            <a:off x="5719763" y="184467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1" name="AutoShape 45"/>
          <p:cNvSpPr>
            <a:spLocks noChangeArrowheads="1"/>
          </p:cNvSpPr>
          <p:nvPr/>
        </p:nvSpPr>
        <p:spPr bwMode="auto">
          <a:xfrm>
            <a:off x="5287963" y="27813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2" name="AutoShape 46"/>
          <p:cNvSpPr>
            <a:spLocks noChangeArrowheads="1"/>
          </p:cNvSpPr>
          <p:nvPr/>
        </p:nvSpPr>
        <p:spPr bwMode="auto">
          <a:xfrm>
            <a:off x="5719763" y="27813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3" name="AutoShape 47"/>
          <p:cNvSpPr>
            <a:spLocks noChangeArrowheads="1"/>
          </p:cNvSpPr>
          <p:nvPr/>
        </p:nvSpPr>
        <p:spPr bwMode="auto">
          <a:xfrm>
            <a:off x="5287963" y="38608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4" name="AutoShape 48"/>
          <p:cNvSpPr>
            <a:spLocks noChangeArrowheads="1"/>
          </p:cNvSpPr>
          <p:nvPr/>
        </p:nvSpPr>
        <p:spPr bwMode="auto">
          <a:xfrm>
            <a:off x="5719763" y="38608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5" name="AutoShape 49"/>
          <p:cNvSpPr>
            <a:spLocks noChangeArrowheads="1"/>
          </p:cNvSpPr>
          <p:nvPr/>
        </p:nvSpPr>
        <p:spPr bwMode="auto">
          <a:xfrm>
            <a:off x="5287963" y="50847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2336" name="AutoShape 50"/>
          <p:cNvSpPr>
            <a:spLocks noChangeArrowheads="1"/>
          </p:cNvSpPr>
          <p:nvPr/>
        </p:nvSpPr>
        <p:spPr bwMode="auto">
          <a:xfrm>
            <a:off x="5719763" y="50847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45872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/>
              <a:t>Exercice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66788" y="1916113"/>
            <a:ext cx="4038600" cy="3886200"/>
          </a:xfrm>
        </p:spPr>
        <p:txBody>
          <a:bodyPr/>
          <a:lstStyle/>
          <a:p>
            <a:pPr algn="just" eaLnBrk="1" hangingPunct="1"/>
            <a:r>
              <a:rPr lang="en-GB" altLang="it-IT" sz="2400"/>
              <a:t>Which TO specification is satisfied by this algorithm?</a:t>
            </a:r>
          </a:p>
          <a:p>
            <a:pPr algn="just" eaLnBrk="1" hangingPunct="1"/>
            <a:endParaRPr lang="en-GB" altLang="it-IT" sz="2400"/>
          </a:p>
          <a:p>
            <a:pPr algn="just" eaLnBrk="1" hangingPunct="1"/>
            <a:r>
              <a:rPr lang="en-GB" altLang="it-IT" sz="2400"/>
              <a:t>It depends from the assumptions about Reliable Broadcast and Consensus</a:t>
            </a:r>
          </a:p>
        </p:txBody>
      </p:sp>
      <p:graphicFrame>
        <p:nvGraphicFramePr>
          <p:cNvPr id="32799" name="Group 31"/>
          <p:cNvGraphicFramePr>
            <a:graphicFrameLocks noGrp="1"/>
          </p:cNvGraphicFramePr>
          <p:nvPr>
            <p:ph sz="half" idx="2"/>
          </p:nvPr>
        </p:nvGraphicFramePr>
        <p:xfrm>
          <a:off x="5648326" y="2420939"/>
          <a:ext cx="3609975" cy="3513139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7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Consensus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Reliable</a:t>
                      </a:r>
                      <a:b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Broadcast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Uniform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 Uniform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77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it-IT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it-IT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7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 </a:t>
                      </a:r>
                      <a:b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altLang="it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it-IT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it-IT" altLang="it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34" name="Line 28"/>
          <p:cNvSpPr>
            <a:spLocks noChangeShapeType="1"/>
          </p:cNvSpPr>
          <p:nvPr/>
        </p:nvSpPr>
        <p:spPr bwMode="auto">
          <a:xfrm>
            <a:off x="5673726" y="2636838"/>
            <a:ext cx="129857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889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/>
              <a:t>Example 1 (UC and URB)</a:t>
            </a:r>
          </a:p>
        </p:txBody>
      </p:sp>
      <p:sp>
        <p:nvSpPr>
          <p:cNvPr id="14339" name="Line 4"/>
          <p:cNvSpPr>
            <a:spLocks noChangeShapeType="1"/>
          </p:cNvSpPr>
          <p:nvPr/>
        </p:nvSpPr>
        <p:spPr bwMode="auto">
          <a:xfrm>
            <a:off x="1182688" y="263048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0" name="Line 5"/>
          <p:cNvSpPr>
            <a:spLocks noChangeShapeType="1"/>
          </p:cNvSpPr>
          <p:nvPr/>
        </p:nvSpPr>
        <p:spPr bwMode="auto">
          <a:xfrm>
            <a:off x="1182688" y="356711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1182688" y="464661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>
            <a:off x="1182688" y="587057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750889" y="44307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750889" y="24145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4345" name="Text Box 10"/>
          <p:cNvSpPr txBox="1">
            <a:spLocks noChangeArrowheads="1"/>
          </p:cNvSpPr>
          <p:nvPr/>
        </p:nvSpPr>
        <p:spPr bwMode="auto">
          <a:xfrm>
            <a:off x="750889" y="33496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4346" name="Text Box 11"/>
          <p:cNvSpPr txBox="1">
            <a:spLocks noChangeArrowheads="1"/>
          </p:cNvSpPr>
          <p:nvPr/>
        </p:nvSpPr>
        <p:spPr bwMode="auto">
          <a:xfrm>
            <a:off x="750889" y="565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4347" name="AutoShape 25"/>
          <p:cNvSpPr>
            <a:spLocks noChangeArrowheads="1"/>
          </p:cNvSpPr>
          <p:nvPr/>
        </p:nvSpPr>
        <p:spPr bwMode="auto">
          <a:xfrm>
            <a:off x="3198813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48" name="AutoShape 26"/>
          <p:cNvSpPr>
            <a:spLocks noChangeArrowheads="1"/>
          </p:cNvSpPr>
          <p:nvPr/>
        </p:nvSpPr>
        <p:spPr bwMode="auto">
          <a:xfrm>
            <a:off x="3198813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49" name="AutoShape 27"/>
          <p:cNvSpPr>
            <a:spLocks noChangeArrowheads="1"/>
          </p:cNvSpPr>
          <p:nvPr/>
        </p:nvSpPr>
        <p:spPr bwMode="auto">
          <a:xfrm>
            <a:off x="3198813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0" name="AutoShape 28"/>
          <p:cNvSpPr>
            <a:spLocks noChangeArrowheads="1"/>
          </p:cNvSpPr>
          <p:nvPr/>
        </p:nvSpPr>
        <p:spPr bwMode="auto">
          <a:xfrm>
            <a:off x="3198813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1" name="Text Box 33"/>
          <p:cNvSpPr txBox="1">
            <a:spLocks noChangeArrowheads="1"/>
          </p:cNvSpPr>
          <p:nvPr/>
        </p:nvSpPr>
        <p:spPr bwMode="auto">
          <a:xfrm>
            <a:off x="3054351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4352" name="AutoShape 39"/>
          <p:cNvSpPr>
            <a:spLocks noChangeArrowheads="1"/>
          </p:cNvSpPr>
          <p:nvPr/>
        </p:nvSpPr>
        <p:spPr bwMode="auto">
          <a:xfrm>
            <a:off x="542925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3" name="AutoShape 40"/>
          <p:cNvSpPr>
            <a:spLocks noChangeArrowheads="1"/>
          </p:cNvSpPr>
          <p:nvPr/>
        </p:nvSpPr>
        <p:spPr bwMode="auto">
          <a:xfrm>
            <a:off x="600710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4" name="AutoShape 41"/>
          <p:cNvSpPr>
            <a:spLocks noChangeArrowheads="1"/>
          </p:cNvSpPr>
          <p:nvPr/>
        </p:nvSpPr>
        <p:spPr bwMode="auto">
          <a:xfrm>
            <a:off x="5429250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5" name="AutoShape 42"/>
          <p:cNvSpPr>
            <a:spLocks noChangeArrowheads="1"/>
          </p:cNvSpPr>
          <p:nvPr/>
        </p:nvSpPr>
        <p:spPr bwMode="auto">
          <a:xfrm>
            <a:off x="6007100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6" name="AutoShape 43"/>
          <p:cNvSpPr>
            <a:spLocks noChangeArrowheads="1"/>
          </p:cNvSpPr>
          <p:nvPr/>
        </p:nvSpPr>
        <p:spPr bwMode="auto">
          <a:xfrm>
            <a:off x="542925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7" name="AutoShape 44"/>
          <p:cNvSpPr>
            <a:spLocks noChangeArrowheads="1"/>
          </p:cNvSpPr>
          <p:nvPr/>
        </p:nvSpPr>
        <p:spPr bwMode="auto">
          <a:xfrm>
            <a:off x="600710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8" name="AutoShape 45"/>
          <p:cNvSpPr>
            <a:spLocks noChangeArrowheads="1"/>
          </p:cNvSpPr>
          <p:nvPr/>
        </p:nvSpPr>
        <p:spPr bwMode="auto">
          <a:xfrm>
            <a:off x="542925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59" name="AutoShape 46"/>
          <p:cNvSpPr>
            <a:spLocks noChangeArrowheads="1"/>
          </p:cNvSpPr>
          <p:nvPr/>
        </p:nvSpPr>
        <p:spPr bwMode="auto">
          <a:xfrm>
            <a:off x="600710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60" name="Text Box 47"/>
          <p:cNvSpPr txBox="1">
            <a:spLocks noChangeArrowheads="1"/>
          </p:cNvSpPr>
          <p:nvPr/>
        </p:nvSpPr>
        <p:spPr bwMode="auto">
          <a:xfrm>
            <a:off x="3054351" y="27749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4361" name="Text Box 48"/>
          <p:cNvSpPr txBox="1">
            <a:spLocks noChangeArrowheads="1"/>
          </p:cNvSpPr>
          <p:nvPr/>
        </p:nvSpPr>
        <p:spPr bwMode="auto">
          <a:xfrm>
            <a:off x="3125789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4362" name="Text Box 49"/>
          <p:cNvSpPr txBox="1">
            <a:spLocks noChangeArrowheads="1"/>
          </p:cNvSpPr>
          <p:nvPr/>
        </p:nvSpPr>
        <p:spPr bwMode="auto">
          <a:xfrm>
            <a:off x="312578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4363" name="Text Box 50"/>
          <p:cNvSpPr txBox="1">
            <a:spLocks noChangeArrowheads="1"/>
          </p:cNvSpPr>
          <p:nvPr/>
        </p:nvSpPr>
        <p:spPr bwMode="auto">
          <a:xfrm>
            <a:off x="5284789" y="18383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4364" name="Text Box 51"/>
          <p:cNvSpPr txBox="1">
            <a:spLocks noChangeArrowheads="1"/>
          </p:cNvSpPr>
          <p:nvPr/>
        </p:nvSpPr>
        <p:spPr bwMode="auto">
          <a:xfrm>
            <a:off x="5284789" y="27749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4365" name="Text Box 52"/>
          <p:cNvSpPr txBox="1">
            <a:spLocks noChangeArrowheads="1"/>
          </p:cNvSpPr>
          <p:nvPr/>
        </p:nvSpPr>
        <p:spPr bwMode="auto">
          <a:xfrm>
            <a:off x="5284789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4366" name="Text Box 53"/>
          <p:cNvSpPr txBox="1">
            <a:spLocks noChangeArrowheads="1"/>
          </p:cNvSpPr>
          <p:nvPr/>
        </p:nvSpPr>
        <p:spPr bwMode="auto">
          <a:xfrm>
            <a:off x="528478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4367" name="AutoShape 55"/>
          <p:cNvSpPr>
            <a:spLocks noChangeArrowheads="1"/>
          </p:cNvSpPr>
          <p:nvPr/>
        </p:nvSpPr>
        <p:spPr bwMode="auto">
          <a:xfrm>
            <a:off x="6945314" y="3284539"/>
            <a:ext cx="503237" cy="503237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68" name="Text Box 56"/>
          <p:cNvSpPr txBox="1">
            <a:spLocks noChangeArrowheads="1"/>
          </p:cNvSpPr>
          <p:nvPr/>
        </p:nvSpPr>
        <p:spPr bwMode="auto">
          <a:xfrm>
            <a:off x="5861051" y="18383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4369" name="Text Box 57"/>
          <p:cNvSpPr txBox="1">
            <a:spLocks noChangeArrowheads="1"/>
          </p:cNvSpPr>
          <p:nvPr/>
        </p:nvSpPr>
        <p:spPr bwMode="auto">
          <a:xfrm>
            <a:off x="5861051" y="278130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4370" name="Text Box 58"/>
          <p:cNvSpPr txBox="1">
            <a:spLocks noChangeArrowheads="1"/>
          </p:cNvSpPr>
          <p:nvPr/>
        </p:nvSpPr>
        <p:spPr bwMode="auto">
          <a:xfrm>
            <a:off x="5862639" y="37893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4371" name="Text Box 59"/>
          <p:cNvSpPr txBox="1">
            <a:spLocks noChangeArrowheads="1"/>
          </p:cNvSpPr>
          <p:nvPr/>
        </p:nvSpPr>
        <p:spPr bwMode="auto">
          <a:xfrm>
            <a:off x="586263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4372" name="Line 60"/>
          <p:cNvSpPr>
            <a:spLocks noChangeShapeType="1"/>
          </p:cNvSpPr>
          <p:nvPr/>
        </p:nvSpPr>
        <p:spPr bwMode="auto">
          <a:xfrm>
            <a:off x="2622550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73" name="Text Box 61"/>
          <p:cNvSpPr txBox="1">
            <a:spLocks noChangeArrowheads="1"/>
          </p:cNvSpPr>
          <p:nvPr/>
        </p:nvSpPr>
        <p:spPr bwMode="auto">
          <a:xfrm>
            <a:off x="1039814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1</a:t>
            </a:r>
          </a:p>
        </p:txBody>
      </p:sp>
      <p:sp>
        <p:nvSpPr>
          <p:cNvPr id="14374" name="Text Box 62"/>
          <p:cNvSpPr txBox="1">
            <a:spLocks noChangeArrowheads="1"/>
          </p:cNvSpPr>
          <p:nvPr/>
        </p:nvSpPr>
        <p:spPr bwMode="auto">
          <a:xfrm>
            <a:off x="3630614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2</a:t>
            </a:r>
          </a:p>
        </p:txBody>
      </p:sp>
      <p:sp>
        <p:nvSpPr>
          <p:cNvPr id="14375" name="Line 63"/>
          <p:cNvSpPr>
            <a:spLocks noChangeShapeType="1"/>
          </p:cNvSpPr>
          <p:nvPr/>
        </p:nvSpPr>
        <p:spPr bwMode="auto">
          <a:xfrm>
            <a:off x="3775075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76" name="AutoShape 64"/>
          <p:cNvSpPr>
            <a:spLocks noChangeArrowheads="1"/>
          </p:cNvSpPr>
          <p:nvPr/>
        </p:nvSpPr>
        <p:spPr bwMode="auto">
          <a:xfrm>
            <a:off x="831215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77" name="AutoShape 66"/>
          <p:cNvSpPr>
            <a:spLocks noChangeArrowheads="1"/>
          </p:cNvSpPr>
          <p:nvPr/>
        </p:nvSpPr>
        <p:spPr bwMode="auto">
          <a:xfrm>
            <a:off x="831215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78" name="AutoShape 67"/>
          <p:cNvSpPr>
            <a:spLocks noChangeArrowheads="1"/>
          </p:cNvSpPr>
          <p:nvPr/>
        </p:nvSpPr>
        <p:spPr bwMode="auto">
          <a:xfrm>
            <a:off x="831215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4379" name="Text Box 68"/>
          <p:cNvSpPr txBox="1">
            <a:spLocks noChangeArrowheads="1"/>
          </p:cNvSpPr>
          <p:nvPr/>
        </p:nvSpPr>
        <p:spPr bwMode="auto">
          <a:xfrm>
            <a:off x="8167689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4380" name="Text Box 70"/>
          <p:cNvSpPr txBox="1">
            <a:spLocks noChangeArrowheads="1"/>
          </p:cNvSpPr>
          <p:nvPr/>
        </p:nvSpPr>
        <p:spPr bwMode="auto">
          <a:xfrm>
            <a:off x="8239126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4381" name="Text Box 71"/>
          <p:cNvSpPr txBox="1">
            <a:spLocks noChangeArrowheads="1"/>
          </p:cNvSpPr>
          <p:nvPr/>
        </p:nvSpPr>
        <p:spPr bwMode="auto">
          <a:xfrm>
            <a:off x="8239126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4382" name="Text Box 72"/>
          <p:cNvSpPr txBox="1">
            <a:spLocks noChangeArrowheads="1"/>
          </p:cNvSpPr>
          <p:nvPr/>
        </p:nvSpPr>
        <p:spPr bwMode="auto">
          <a:xfrm>
            <a:off x="6367464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3</a:t>
            </a:r>
          </a:p>
        </p:txBody>
      </p:sp>
      <p:sp>
        <p:nvSpPr>
          <p:cNvPr id="14383" name="Line 73"/>
          <p:cNvSpPr>
            <a:spLocks noChangeShapeType="1"/>
          </p:cNvSpPr>
          <p:nvPr/>
        </p:nvSpPr>
        <p:spPr bwMode="auto">
          <a:xfrm>
            <a:off x="1182688" y="1844676"/>
            <a:ext cx="0" cy="4608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84" name="Line 74"/>
          <p:cNvSpPr>
            <a:spLocks noChangeShapeType="1"/>
          </p:cNvSpPr>
          <p:nvPr/>
        </p:nvSpPr>
        <p:spPr bwMode="auto">
          <a:xfrm>
            <a:off x="5214938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85" name="Line 75"/>
          <p:cNvSpPr>
            <a:spLocks noChangeShapeType="1"/>
          </p:cNvSpPr>
          <p:nvPr/>
        </p:nvSpPr>
        <p:spPr bwMode="auto">
          <a:xfrm>
            <a:off x="6438900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86" name="Line 76"/>
          <p:cNvSpPr>
            <a:spLocks noChangeShapeType="1"/>
          </p:cNvSpPr>
          <p:nvPr/>
        </p:nvSpPr>
        <p:spPr bwMode="auto">
          <a:xfrm>
            <a:off x="7951788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87" name="Text Box 77"/>
          <p:cNvSpPr txBox="1">
            <a:spLocks noChangeArrowheads="1"/>
          </p:cNvSpPr>
          <p:nvPr/>
        </p:nvSpPr>
        <p:spPr bwMode="auto">
          <a:xfrm>
            <a:off x="2335214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1</a:t>
            </a:r>
          </a:p>
        </p:txBody>
      </p:sp>
      <p:sp>
        <p:nvSpPr>
          <p:cNvPr id="14388" name="Text Box 78"/>
          <p:cNvSpPr txBox="1">
            <a:spLocks noChangeArrowheads="1"/>
          </p:cNvSpPr>
          <p:nvPr/>
        </p:nvSpPr>
        <p:spPr bwMode="auto">
          <a:xfrm>
            <a:off x="4999039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2</a:t>
            </a:r>
          </a:p>
        </p:txBody>
      </p:sp>
      <p:sp>
        <p:nvSpPr>
          <p:cNvPr id="14389" name="Text Box 79"/>
          <p:cNvSpPr txBox="1">
            <a:spLocks noChangeArrowheads="1"/>
          </p:cNvSpPr>
          <p:nvPr/>
        </p:nvSpPr>
        <p:spPr bwMode="auto">
          <a:xfrm>
            <a:off x="7662864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3</a:t>
            </a:r>
          </a:p>
        </p:txBody>
      </p:sp>
    </p:spTree>
    <p:extLst>
      <p:ext uri="{BB962C8B-B14F-4D97-AF65-F5344CB8AC3E}">
        <p14:creationId xmlns:p14="http://schemas.microsoft.com/office/powerpoint/2010/main" val="932298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/>
              <a:t>Example 2 (UC and URB)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1182688" y="263048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1182688" y="356711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1182688" y="464661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1182688" y="587057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750889" y="44307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750889" y="24145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750889" y="33496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750889" y="565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5371" name="AutoShape 11"/>
          <p:cNvSpPr>
            <a:spLocks noChangeArrowheads="1"/>
          </p:cNvSpPr>
          <p:nvPr/>
        </p:nvSpPr>
        <p:spPr bwMode="auto">
          <a:xfrm>
            <a:off x="3198813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2" name="AutoShape 12"/>
          <p:cNvSpPr>
            <a:spLocks noChangeArrowheads="1"/>
          </p:cNvSpPr>
          <p:nvPr/>
        </p:nvSpPr>
        <p:spPr bwMode="auto">
          <a:xfrm>
            <a:off x="3198813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3" name="AutoShape 13"/>
          <p:cNvSpPr>
            <a:spLocks noChangeArrowheads="1"/>
          </p:cNvSpPr>
          <p:nvPr/>
        </p:nvSpPr>
        <p:spPr bwMode="auto">
          <a:xfrm>
            <a:off x="3198813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4" name="AutoShape 14"/>
          <p:cNvSpPr>
            <a:spLocks noChangeArrowheads="1"/>
          </p:cNvSpPr>
          <p:nvPr/>
        </p:nvSpPr>
        <p:spPr bwMode="auto">
          <a:xfrm>
            <a:off x="3198813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3054351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5376" name="AutoShape 16"/>
          <p:cNvSpPr>
            <a:spLocks noChangeArrowheads="1"/>
          </p:cNvSpPr>
          <p:nvPr/>
        </p:nvSpPr>
        <p:spPr bwMode="auto">
          <a:xfrm>
            <a:off x="542925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7" name="AutoShape 17"/>
          <p:cNvSpPr>
            <a:spLocks noChangeArrowheads="1"/>
          </p:cNvSpPr>
          <p:nvPr/>
        </p:nvSpPr>
        <p:spPr bwMode="auto">
          <a:xfrm>
            <a:off x="600710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8" name="AutoShape 18"/>
          <p:cNvSpPr>
            <a:spLocks noChangeArrowheads="1"/>
          </p:cNvSpPr>
          <p:nvPr/>
        </p:nvSpPr>
        <p:spPr bwMode="auto">
          <a:xfrm>
            <a:off x="5429250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79" name="AutoShape 20"/>
          <p:cNvSpPr>
            <a:spLocks noChangeArrowheads="1"/>
          </p:cNvSpPr>
          <p:nvPr/>
        </p:nvSpPr>
        <p:spPr bwMode="auto">
          <a:xfrm>
            <a:off x="542925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80" name="AutoShape 21"/>
          <p:cNvSpPr>
            <a:spLocks noChangeArrowheads="1"/>
          </p:cNvSpPr>
          <p:nvPr/>
        </p:nvSpPr>
        <p:spPr bwMode="auto">
          <a:xfrm>
            <a:off x="600710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81" name="AutoShape 22"/>
          <p:cNvSpPr>
            <a:spLocks noChangeArrowheads="1"/>
          </p:cNvSpPr>
          <p:nvPr/>
        </p:nvSpPr>
        <p:spPr bwMode="auto">
          <a:xfrm>
            <a:off x="542925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82" name="AutoShape 23"/>
          <p:cNvSpPr>
            <a:spLocks noChangeArrowheads="1"/>
          </p:cNvSpPr>
          <p:nvPr/>
        </p:nvSpPr>
        <p:spPr bwMode="auto">
          <a:xfrm>
            <a:off x="600710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83" name="Text Box 24"/>
          <p:cNvSpPr txBox="1">
            <a:spLocks noChangeArrowheads="1"/>
          </p:cNvSpPr>
          <p:nvPr/>
        </p:nvSpPr>
        <p:spPr bwMode="auto">
          <a:xfrm>
            <a:off x="3054351" y="27749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5384" name="Text Box 25"/>
          <p:cNvSpPr txBox="1">
            <a:spLocks noChangeArrowheads="1"/>
          </p:cNvSpPr>
          <p:nvPr/>
        </p:nvSpPr>
        <p:spPr bwMode="auto">
          <a:xfrm>
            <a:off x="3125789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5385" name="Text Box 26"/>
          <p:cNvSpPr txBox="1">
            <a:spLocks noChangeArrowheads="1"/>
          </p:cNvSpPr>
          <p:nvPr/>
        </p:nvSpPr>
        <p:spPr bwMode="auto">
          <a:xfrm>
            <a:off x="312578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5386" name="Text Box 27"/>
          <p:cNvSpPr txBox="1">
            <a:spLocks noChangeArrowheads="1"/>
          </p:cNvSpPr>
          <p:nvPr/>
        </p:nvSpPr>
        <p:spPr bwMode="auto">
          <a:xfrm>
            <a:off x="5284789" y="18383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5387" name="Text Box 28"/>
          <p:cNvSpPr txBox="1">
            <a:spLocks noChangeArrowheads="1"/>
          </p:cNvSpPr>
          <p:nvPr/>
        </p:nvSpPr>
        <p:spPr bwMode="auto">
          <a:xfrm>
            <a:off x="5284789" y="27749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5388" name="Text Box 29"/>
          <p:cNvSpPr txBox="1">
            <a:spLocks noChangeArrowheads="1"/>
          </p:cNvSpPr>
          <p:nvPr/>
        </p:nvSpPr>
        <p:spPr bwMode="auto">
          <a:xfrm>
            <a:off x="5284789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5389" name="Text Box 30"/>
          <p:cNvSpPr txBox="1">
            <a:spLocks noChangeArrowheads="1"/>
          </p:cNvSpPr>
          <p:nvPr/>
        </p:nvSpPr>
        <p:spPr bwMode="auto">
          <a:xfrm>
            <a:off x="528478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5390" name="AutoShape 31"/>
          <p:cNvSpPr>
            <a:spLocks noChangeArrowheads="1"/>
          </p:cNvSpPr>
          <p:nvPr/>
        </p:nvSpPr>
        <p:spPr bwMode="auto">
          <a:xfrm>
            <a:off x="5791200" y="3284539"/>
            <a:ext cx="503238" cy="503237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91" name="Text Box 32"/>
          <p:cNvSpPr txBox="1">
            <a:spLocks noChangeArrowheads="1"/>
          </p:cNvSpPr>
          <p:nvPr/>
        </p:nvSpPr>
        <p:spPr bwMode="auto">
          <a:xfrm>
            <a:off x="5861051" y="18383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5392" name="Text Box 34"/>
          <p:cNvSpPr txBox="1">
            <a:spLocks noChangeArrowheads="1"/>
          </p:cNvSpPr>
          <p:nvPr/>
        </p:nvSpPr>
        <p:spPr bwMode="auto">
          <a:xfrm>
            <a:off x="5862639" y="37893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5393" name="Text Box 35"/>
          <p:cNvSpPr txBox="1">
            <a:spLocks noChangeArrowheads="1"/>
          </p:cNvSpPr>
          <p:nvPr/>
        </p:nvSpPr>
        <p:spPr bwMode="auto">
          <a:xfrm>
            <a:off x="586263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5394" name="Line 36"/>
          <p:cNvSpPr>
            <a:spLocks noChangeShapeType="1"/>
          </p:cNvSpPr>
          <p:nvPr/>
        </p:nvSpPr>
        <p:spPr bwMode="auto">
          <a:xfrm>
            <a:off x="2622550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95" name="Text Box 37"/>
          <p:cNvSpPr txBox="1">
            <a:spLocks noChangeArrowheads="1"/>
          </p:cNvSpPr>
          <p:nvPr/>
        </p:nvSpPr>
        <p:spPr bwMode="auto">
          <a:xfrm>
            <a:off x="1039814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1</a:t>
            </a:r>
          </a:p>
        </p:txBody>
      </p:sp>
      <p:sp>
        <p:nvSpPr>
          <p:cNvPr id="15396" name="Text Box 38"/>
          <p:cNvSpPr txBox="1">
            <a:spLocks noChangeArrowheads="1"/>
          </p:cNvSpPr>
          <p:nvPr/>
        </p:nvSpPr>
        <p:spPr bwMode="auto">
          <a:xfrm>
            <a:off x="3630614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2</a:t>
            </a:r>
          </a:p>
        </p:txBody>
      </p:sp>
      <p:sp>
        <p:nvSpPr>
          <p:cNvPr id="15397" name="Line 39"/>
          <p:cNvSpPr>
            <a:spLocks noChangeShapeType="1"/>
          </p:cNvSpPr>
          <p:nvPr/>
        </p:nvSpPr>
        <p:spPr bwMode="auto">
          <a:xfrm>
            <a:off x="3775075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98" name="AutoShape 40"/>
          <p:cNvSpPr>
            <a:spLocks noChangeArrowheads="1"/>
          </p:cNvSpPr>
          <p:nvPr/>
        </p:nvSpPr>
        <p:spPr bwMode="auto">
          <a:xfrm>
            <a:off x="831215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399" name="AutoShape 41"/>
          <p:cNvSpPr>
            <a:spLocks noChangeArrowheads="1"/>
          </p:cNvSpPr>
          <p:nvPr/>
        </p:nvSpPr>
        <p:spPr bwMode="auto">
          <a:xfrm>
            <a:off x="831215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400" name="AutoShape 42"/>
          <p:cNvSpPr>
            <a:spLocks noChangeArrowheads="1"/>
          </p:cNvSpPr>
          <p:nvPr/>
        </p:nvSpPr>
        <p:spPr bwMode="auto">
          <a:xfrm>
            <a:off x="831215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5401" name="Text Box 43"/>
          <p:cNvSpPr txBox="1">
            <a:spLocks noChangeArrowheads="1"/>
          </p:cNvSpPr>
          <p:nvPr/>
        </p:nvSpPr>
        <p:spPr bwMode="auto">
          <a:xfrm>
            <a:off x="8167689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5402" name="Text Box 44"/>
          <p:cNvSpPr txBox="1">
            <a:spLocks noChangeArrowheads="1"/>
          </p:cNvSpPr>
          <p:nvPr/>
        </p:nvSpPr>
        <p:spPr bwMode="auto">
          <a:xfrm>
            <a:off x="8239126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5403" name="Text Box 45"/>
          <p:cNvSpPr txBox="1">
            <a:spLocks noChangeArrowheads="1"/>
          </p:cNvSpPr>
          <p:nvPr/>
        </p:nvSpPr>
        <p:spPr bwMode="auto">
          <a:xfrm>
            <a:off x="8239126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5404" name="Text Box 46"/>
          <p:cNvSpPr txBox="1">
            <a:spLocks noChangeArrowheads="1"/>
          </p:cNvSpPr>
          <p:nvPr/>
        </p:nvSpPr>
        <p:spPr bwMode="auto">
          <a:xfrm>
            <a:off x="6367464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3</a:t>
            </a:r>
          </a:p>
        </p:txBody>
      </p:sp>
      <p:sp>
        <p:nvSpPr>
          <p:cNvPr id="15405" name="Line 47"/>
          <p:cNvSpPr>
            <a:spLocks noChangeShapeType="1"/>
          </p:cNvSpPr>
          <p:nvPr/>
        </p:nvSpPr>
        <p:spPr bwMode="auto">
          <a:xfrm>
            <a:off x="1182688" y="1844676"/>
            <a:ext cx="0" cy="4608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06" name="Line 48"/>
          <p:cNvSpPr>
            <a:spLocks noChangeShapeType="1"/>
          </p:cNvSpPr>
          <p:nvPr/>
        </p:nvSpPr>
        <p:spPr bwMode="auto">
          <a:xfrm>
            <a:off x="5214938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07" name="Line 49"/>
          <p:cNvSpPr>
            <a:spLocks noChangeShapeType="1"/>
          </p:cNvSpPr>
          <p:nvPr/>
        </p:nvSpPr>
        <p:spPr bwMode="auto">
          <a:xfrm>
            <a:off x="6438900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08" name="Line 50"/>
          <p:cNvSpPr>
            <a:spLocks noChangeShapeType="1"/>
          </p:cNvSpPr>
          <p:nvPr/>
        </p:nvSpPr>
        <p:spPr bwMode="auto">
          <a:xfrm>
            <a:off x="7951788" y="1700213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09" name="Text Box 51"/>
          <p:cNvSpPr txBox="1">
            <a:spLocks noChangeArrowheads="1"/>
          </p:cNvSpPr>
          <p:nvPr/>
        </p:nvSpPr>
        <p:spPr bwMode="auto">
          <a:xfrm>
            <a:off x="2335214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1</a:t>
            </a:r>
          </a:p>
        </p:txBody>
      </p:sp>
      <p:sp>
        <p:nvSpPr>
          <p:cNvPr id="15410" name="Text Box 52"/>
          <p:cNvSpPr txBox="1">
            <a:spLocks noChangeArrowheads="1"/>
          </p:cNvSpPr>
          <p:nvPr/>
        </p:nvSpPr>
        <p:spPr bwMode="auto">
          <a:xfrm>
            <a:off x="4999039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2</a:t>
            </a:r>
          </a:p>
        </p:txBody>
      </p:sp>
      <p:sp>
        <p:nvSpPr>
          <p:cNvPr id="15411" name="Text Box 53"/>
          <p:cNvSpPr txBox="1">
            <a:spLocks noChangeArrowheads="1"/>
          </p:cNvSpPr>
          <p:nvPr/>
        </p:nvSpPr>
        <p:spPr bwMode="auto">
          <a:xfrm>
            <a:off x="7662864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3</a:t>
            </a:r>
          </a:p>
        </p:txBody>
      </p:sp>
    </p:spTree>
    <p:extLst>
      <p:ext uri="{BB962C8B-B14F-4D97-AF65-F5344CB8AC3E}">
        <p14:creationId xmlns:p14="http://schemas.microsoft.com/office/powerpoint/2010/main" val="1098352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4000"/>
              <a:t>Uniform Consensus (UC) and </a:t>
            </a:r>
            <a:br>
              <a:rPr lang="en-GB" altLang="it-IT" sz="4000"/>
            </a:br>
            <a:r>
              <a:rPr lang="en-GB" altLang="it-IT" sz="4000"/>
              <a:t>Uniform Reliable Broadcast (URB)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981200"/>
            <a:ext cx="8229600" cy="4616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it-IT" sz="2400"/>
              <a:t>Assuming both Consensus and Reliable Broadcast uniform we have</a:t>
            </a:r>
          </a:p>
          <a:p>
            <a:pPr algn="ctr" eaLnBrk="1" hangingPunct="1">
              <a:lnSpc>
                <a:spcPct val="90000"/>
              </a:lnSpc>
              <a:buFont typeface="Wingdings" charset="2"/>
              <a:buNone/>
            </a:pPr>
            <a:r>
              <a:rPr lang="en-GB" altLang="it-IT" sz="2400">
                <a:solidFill>
                  <a:srgbClr val="FF0000"/>
                </a:solidFill>
              </a:rPr>
              <a:t>TO (UA, SUTO)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it-IT" sz="2400" i="1"/>
              <a:t>Proof</a:t>
            </a:r>
            <a:r>
              <a:rPr lang="en-GB" altLang="it-IT" sz="24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 Due to URB all the processes (even the faults) deliver the same set of messages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 The unordered buffer contains the same set of messages for each process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it-IT" sz="1800"/>
              <a:t> All the processes will deliver the same set of messages (UA)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Due to UC, all processes (even the faults) decide for the same list of messages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Messages are sorted by a deterministic rule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it-IT" sz="1800"/>
              <a:t>All processes will deliver the messages in the same order</a:t>
            </a:r>
          </a:p>
        </p:txBody>
      </p:sp>
    </p:spTree>
    <p:extLst>
      <p:ext uri="{BB962C8B-B14F-4D97-AF65-F5344CB8AC3E}">
        <p14:creationId xmlns:p14="http://schemas.microsoft.com/office/powerpoint/2010/main" val="236298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/>
              <a:t>Example (NUC and URB)</a:t>
            </a:r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1182688" y="2630488"/>
            <a:ext cx="7993062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1182688" y="3567113"/>
            <a:ext cx="7993062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1182689" y="4646613"/>
            <a:ext cx="7921625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1182688" y="5870575"/>
            <a:ext cx="7848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50889" y="44307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750889" y="24145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750889" y="33496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750889" y="565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7419" name="AutoShape 11"/>
          <p:cNvSpPr>
            <a:spLocks noChangeArrowheads="1"/>
          </p:cNvSpPr>
          <p:nvPr/>
        </p:nvSpPr>
        <p:spPr bwMode="auto">
          <a:xfrm>
            <a:off x="2911475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0" name="AutoShape 12"/>
          <p:cNvSpPr>
            <a:spLocks noChangeArrowheads="1"/>
          </p:cNvSpPr>
          <p:nvPr/>
        </p:nvSpPr>
        <p:spPr bwMode="auto">
          <a:xfrm>
            <a:off x="2911475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1" name="AutoShape 13"/>
          <p:cNvSpPr>
            <a:spLocks noChangeArrowheads="1"/>
          </p:cNvSpPr>
          <p:nvPr/>
        </p:nvSpPr>
        <p:spPr bwMode="auto">
          <a:xfrm>
            <a:off x="2911475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2" name="AutoShape 14"/>
          <p:cNvSpPr>
            <a:spLocks noChangeArrowheads="1"/>
          </p:cNvSpPr>
          <p:nvPr/>
        </p:nvSpPr>
        <p:spPr bwMode="auto">
          <a:xfrm>
            <a:off x="2911475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2767014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7424" name="AutoShape 16"/>
          <p:cNvSpPr>
            <a:spLocks noChangeArrowheads="1"/>
          </p:cNvSpPr>
          <p:nvPr/>
        </p:nvSpPr>
        <p:spPr bwMode="auto">
          <a:xfrm>
            <a:off x="4422775" y="32131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5" name="AutoShape 17"/>
          <p:cNvSpPr>
            <a:spLocks noChangeArrowheads="1"/>
          </p:cNvSpPr>
          <p:nvPr/>
        </p:nvSpPr>
        <p:spPr bwMode="auto">
          <a:xfrm>
            <a:off x="8240713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6" name="AutoShape 19"/>
          <p:cNvSpPr>
            <a:spLocks noChangeArrowheads="1"/>
          </p:cNvSpPr>
          <p:nvPr/>
        </p:nvSpPr>
        <p:spPr bwMode="auto">
          <a:xfrm>
            <a:off x="4927600" y="32131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7" name="AutoShape 20"/>
          <p:cNvSpPr>
            <a:spLocks noChangeArrowheads="1"/>
          </p:cNvSpPr>
          <p:nvPr/>
        </p:nvSpPr>
        <p:spPr bwMode="auto">
          <a:xfrm>
            <a:off x="8240713" y="42926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8" name="AutoShape 21"/>
          <p:cNvSpPr>
            <a:spLocks noChangeArrowheads="1"/>
          </p:cNvSpPr>
          <p:nvPr/>
        </p:nvSpPr>
        <p:spPr bwMode="auto">
          <a:xfrm>
            <a:off x="5648325" y="42926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29" name="AutoShape 22"/>
          <p:cNvSpPr>
            <a:spLocks noChangeArrowheads="1"/>
          </p:cNvSpPr>
          <p:nvPr/>
        </p:nvSpPr>
        <p:spPr bwMode="auto">
          <a:xfrm>
            <a:off x="5648325" y="55165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30" name="AutoShape 23"/>
          <p:cNvSpPr>
            <a:spLocks noChangeArrowheads="1"/>
          </p:cNvSpPr>
          <p:nvPr/>
        </p:nvSpPr>
        <p:spPr bwMode="auto">
          <a:xfrm>
            <a:off x="8239125" y="55165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31" name="Text Box 24"/>
          <p:cNvSpPr txBox="1">
            <a:spLocks noChangeArrowheads="1"/>
          </p:cNvSpPr>
          <p:nvPr/>
        </p:nvSpPr>
        <p:spPr bwMode="auto">
          <a:xfrm>
            <a:off x="2767014" y="27749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7432" name="Text Box 25"/>
          <p:cNvSpPr txBox="1">
            <a:spLocks noChangeArrowheads="1"/>
          </p:cNvSpPr>
          <p:nvPr/>
        </p:nvSpPr>
        <p:spPr bwMode="auto">
          <a:xfrm>
            <a:off x="2838451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7433" name="Text Box 26"/>
          <p:cNvSpPr txBox="1">
            <a:spLocks noChangeArrowheads="1"/>
          </p:cNvSpPr>
          <p:nvPr/>
        </p:nvSpPr>
        <p:spPr bwMode="auto">
          <a:xfrm>
            <a:off x="2838451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7434" name="Text Box 27"/>
          <p:cNvSpPr txBox="1">
            <a:spLocks noChangeArrowheads="1"/>
          </p:cNvSpPr>
          <p:nvPr/>
        </p:nvSpPr>
        <p:spPr bwMode="auto">
          <a:xfrm>
            <a:off x="8167689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7435" name="Text Box 29"/>
          <p:cNvSpPr txBox="1">
            <a:spLocks noChangeArrowheads="1"/>
          </p:cNvSpPr>
          <p:nvPr/>
        </p:nvSpPr>
        <p:spPr bwMode="auto">
          <a:xfrm>
            <a:off x="8094664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7436" name="Text Box 30"/>
          <p:cNvSpPr txBox="1">
            <a:spLocks noChangeArrowheads="1"/>
          </p:cNvSpPr>
          <p:nvPr/>
        </p:nvSpPr>
        <p:spPr bwMode="auto">
          <a:xfrm>
            <a:off x="8094664" y="50847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7437" name="AutoShape 31"/>
          <p:cNvSpPr>
            <a:spLocks noChangeArrowheads="1"/>
          </p:cNvSpPr>
          <p:nvPr/>
        </p:nvSpPr>
        <p:spPr bwMode="auto">
          <a:xfrm>
            <a:off x="5143500" y="3284539"/>
            <a:ext cx="503238" cy="503237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38" name="Text Box 32"/>
          <p:cNvSpPr txBox="1">
            <a:spLocks noChangeArrowheads="1"/>
          </p:cNvSpPr>
          <p:nvPr/>
        </p:nvSpPr>
        <p:spPr bwMode="auto">
          <a:xfrm>
            <a:off x="5575301" y="18383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7439" name="Text Box 33"/>
          <p:cNvSpPr txBox="1">
            <a:spLocks noChangeArrowheads="1"/>
          </p:cNvSpPr>
          <p:nvPr/>
        </p:nvSpPr>
        <p:spPr bwMode="auto">
          <a:xfrm>
            <a:off x="4854576" y="28463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7440" name="Text Box 34"/>
          <p:cNvSpPr txBox="1">
            <a:spLocks noChangeArrowheads="1"/>
          </p:cNvSpPr>
          <p:nvPr/>
        </p:nvSpPr>
        <p:spPr bwMode="auto">
          <a:xfrm>
            <a:off x="5502276" y="37893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7441" name="Text Box 35"/>
          <p:cNvSpPr txBox="1">
            <a:spLocks noChangeArrowheads="1"/>
          </p:cNvSpPr>
          <p:nvPr/>
        </p:nvSpPr>
        <p:spPr bwMode="auto">
          <a:xfrm>
            <a:off x="5502276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7442" name="Line 36"/>
          <p:cNvSpPr>
            <a:spLocks noChangeShapeType="1"/>
          </p:cNvSpPr>
          <p:nvPr/>
        </p:nvSpPr>
        <p:spPr bwMode="auto">
          <a:xfrm>
            <a:off x="2551113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43" name="Text Box 37"/>
          <p:cNvSpPr txBox="1">
            <a:spLocks noChangeArrowheads="1"/>
          </p:cNvSpPr>
          <p:nvPr/>
        </p:nvSpPr>
        <p:spPr bwMode="auto">
          <a:xfrm>
            <a:off x="966789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1</a:t>
            </a:r>
          </a:p>
        </p:txBody>
      </p:sp>
      <p:sp>
        <p:nvSpPr>
          <p:cNvPr id="17444" name="Text Box 38"/>
          <p:cNvSpPr txBox="1">
            <a:spLocks noChangeArrowheads="1"/>
          </p:cNvSpPr>
          <p:nvPr/>
        </p:nvSpPr>
        <p:spPr bwMode="auto">
          <a:xfrm>
            <a:off x="3775075" y="6021388"/>
            <a:ext cx="1728788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2</a:t>
            </a:r>
          </a:p>
        </p:txBody>
      </p:sp>
      <p:sp>
        <p:nvSpPr>
          <p:cNvPr id="17445" name="Line 39"/>
          <p:cNvSpPr>
            <a:spLocks noChangeShapeType="1"/>
          </p:cNvSpPr>
          <p:nvPr/>
        </p:nvSpPr>
        <p:spPr bwMode="auto">
          <a:xfrm>
            <a:off x="3703638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46" name="AutoShape 40"/>
          <p:cNvSpPr>
            <a:spLocks noChangeArrowheads="1"/>
          </p:cNvSpPr>
          <p:nvPr/>
        </p:nvSpPr>
        <p:spPr bwMode="auto">
          <a:xfrm>
            <a:off x="874395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47" name="AutoShape 41"/>
          <p:cNvSpPr>
            <a:spLocks noChangeArrowheads="1"/>
          </p:cNvSpPr>
          <p:nvPr/>
        </p:nvSpPr>
        <p:spPr bwMode="auto">
          <a:xfrm>
            <a:off x="874395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48" name="AutoShape 42"/>
          <p:cNvSpPr>
            <a:spLocks noChangeArrowheads="1"/>
          </p:cNvSpPr>
          <p:nvPr/>
        </p:nvSpPr>
        <p:spPr bwMode="auto">
          <a:xfrm>
            <a:off x="874395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49" name="Text Box 43"/>
          <p:cNvSpPr txBox="1">
            <a:spLocks noChangeArrowheads="1"/>
          </p:cNvSpPr>
          <p:nvPr/>
        </p:nvSpPr>
        <p:spPr bwMode="auto">
          <a:xfrm>
            <a:off x="8599489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7450" name="Text Box 44"/>
          <p:cNvSpPr txBox="1">
            <a:spLocks noChangeArrowheads="1"/>
          </p:cNvSpPr>
          <p:nvPr/>
        </p:nvSpPr>
        <p:spPr bwMode="auto">
          <a:xfrm>
            <a:off x="8670926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7451" name="Text Box 45"/>
          <p:cNvSpPr txBox="1">
            <a:spLocks noChangeArrowheads="1"/>
          </p:cNvSpPr>
          <p:nvPr/>
        </p:nvSpPr>
        <p:spPr bwMode="auto">
          <a:xfrm>
            <a:off x="8670926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7452" name="Text Box 46"/>
          <p:cNvSpPr txBox="1">
            <a:spLocks noChangeArrowheads="1"/>
          </p:cNvSpPr>
          <p:nvPr/>
        </p:nvSpPr>
        <p:spPr bwMode="auto">
          <a:xfrm>
            <a:off x="6510339" y="601503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/>
              <a:t>Consensus 3</a:t>
            </a:r>
          </a:p>
        </p:txBody>
      </p:sp>
      <p:sp>
        <p:nvSpPr>
          <p:cNvPr id="17453" name="AutoShape 47"/>
          <p:cNvSpPr>
            <a:spLocks noChangeArrowheads="1"/>
          </p:cNvSpPr>
          <p:nvPr/>
        </p:nvSpPr>
        <p:spPr bwMode="auto">
          <a:xfrm>
            <a:off x="5719763" y="227647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7454" name="Text Box 48"/>
          <p:cNvSpPr txBox="1">
            <a:spLocks noChangeArrowheads="1"/>
          </p:cNvSpPr>
          <p:nvPr/>
        </p:nvSpPr>
        <p:spPr bwMode="auto">
          <a:xfrm>
            <a:off x="4351339" y="28463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7455" name="Text Box 49"/>
          <p:cNvSpPr txBox="1">
            <a:spLocks noChangeArrowheads="1"/>
          </p:cNvSpPr>
          <p:nvPr/>
        </p:nvSpPr>
        <p:spPr bwMode="auto">
          <a:xfrm>
            <a:off x="2263775" y="6015038"/>
            <a:ext cx="1728788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1</a:t>
            </a:r>
          </a:p>
        </p:txBody>
      </p:sp>
      <p:sp>
        <p:nvSpPr>
          <p:cNvPr id="17456" name="Line 52"/>
          <p:cNvSpPr>
            <a:spLocks noChangeShapeType="1"/>
          </p:cNvSpPr>
          <p:nvPr/>
        </p:nvSpPr>
        <p:spPr bwMode="auto">
          <a:xfrm>
            <a:off x="4279900" y="2636839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57" name="Line 53"/>
          <p:cNvSpPr>
            <a:spLocks noChangeShapeType="1"/>
          </p:cNvSpPr>
          <p:nvPr/>
        </p:nvSpPr>
        <p:spPr bwMode="auto">
          <a:xfrm flipV="1">
            <a:off x="5503863" y="3860800"/>
            <a:ext cx="0" cy="259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17458" name="AutoShape 54"/>
          <p:cNvCxnSpPr>
            <a:cxnSpLocks noChangeShapeType="1"/>
            <a:stCxn id="17456" idx="1"/>
            <a:endCxn id="17457" idx="1"/>
          </p:cNvCxnSpPr>
          <p:nvPr/>
        </p:nvCxnSpPr>
        <p:spPr bwMode="auto">
          <a:xfrm>
            <a:off x="4279901" y="3573464"/>
            <a:ext cx="1223963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59" name="Line 55"/>
          <p:cNvSpPr>
            <a:spLocks noChangeShapeType="1"/>
          </p:cNvSpPr>
          <p:nvPr/>
        </p:nvSpPr>
        <p:spPr bwMode="auto">
          <a:xfrm flipV="1">
            <a:off x="5575300" y="17732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17460" name="AutoShape 56"/>
          <p:cNvCxnSpPr>
            <a:cxnSpLocks noChangeShapeType="1"/>
            <a:stCxn id="17456" idx="0"/>
            <a:endCxn id="17459" idx="0"/>
          </p:cNvCxnSpPr>
          <p:nvPr/>
        </p:nvCxnSpPr>
        <p:spPr bwMode="auto">
          <a:xfrm flipV="1">
            <a:off x="4279900" y="2351088"/>
            <a:ext cx="1295400" cy="285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61" name="Line 57"/>
          <p:cNvSpPr>
            <a:spLocks noChangeShapeType="1"/>
          </p:cNvSpPr>
          <p:nvPr/>
        </p:nvSpPr>
        <p:spPr bwMode="auto">
          <a:xfrm>
            <a:off x="6656388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62" name="Text Box 58"/>
          <p:cNvSpPr txBox="1">
            <a:spLocks noChangeArrowheads="1"/>
          </p:cNvSpPr>
          <p:nvPr/>
        </p:nvSpPr>
        <p:spPr bwMode="auto">
          <a:xfrm>
            <a:off x="5214939" y="6021388"/>
            <a:ext cx="172878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2</a:t>
            </a:r>
          </a:p>
        </p:txBody>
      </p:sp>
      <p:sp>
        <p:nvSpPr>
          <p:cNvPr id="17463" name="Line 59"/>
          <p:cNvSpPr>
            <a:spLocks noChangeShapeType="1"/>
          </p:cNvSpPr>
          <p:nvPr/>
        </p:nvSpPr>
        <p:spPr bwMode="auto">
          <a:xfrm>
            <a:off x="8096250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64" name="Text Box 60"/>
          <p:cNvSpPr txBox="1">
            <a:spLocks noChangeArrowheads="1"/>
          </p:cNvSpPr>
          <p:nvPr/>
        </p:nvSpPr>
        <p:spPr bwMode="auto">
          <a:xfrm>
            <a:off x="7807325" y="6021388"/>
            <a:ext cx="1728788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>
                <a:solidFill>
                  <a:schemeClr val="bg2"/>
                </a:solidFill>
              </a:rPr>
              <a:t>Delivery 3</a:t>
            </a:r>
          </a:p>
        </p:txBody>
      </p:sp>
    </p:spTree>
    <p:extLst>
      <p:ext uri="{BB962C8B-B14F-4D97-AF65-F5344CB8AC3E}">
        <p14:creationId xmlns:p14="http://schemas.microsoft.com/office/powerpoint/2010/main" val="768500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600"/>
              <a:t>Non Uniform Consensus (NUC) and </a:t>
            </a:r>
            <a:br>
              <a:rPr lang="en-GB" altLang="it-IT" sz="3600"/>
            </a:br>
            <a:r>
              <a:rPr lang="en-GB" altLang="it-IT" sz="3600"/>
              <a:t>Uniform Reliable Broadcast (URB)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981201"/>
            <a:ext cx="8229600" cy="4543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it-IT"/>
              <a:t>Assuming both Consensus and Reliable Broadcast uniform we have</a:t>
            </a:r>
          </a:p>
          <a:p>
            <a:pPr algn="ctr" eaLnBrk="1" hangingPunct="1">
              <a:lnSpc>
                <a:spcPct val="90000"/>
              </a:lnSpc>
              <a:buFont typeface="Wingdings" charset="2"/>
              <a:buNone/>
            </a:pPr>
            <a:r>
              <a:rPr lang="en-GB" altLang="it-IT">
                <a:solidFill>
                  <a:srgbClr val="FF0000"/>
                </a:solidFill>
              </a:rPr>
              <a:t>TO (UA, WNUTO)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it-IT" sz="2400" i="1"/>
              <a:t>Proof</a:t>
            </a:r>
            <a:r>
              <a:rPr lang="en-GB" altLang="it-IT" sz="24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 Due to URB all the processes (even the faults) deliver the same set of messages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 The unordered buffer contains the same set of messages for each process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it-IT" sz="1800"/>
              <a:t> All the processes will deliver the same set of messages (UA)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Due to NUC, all correct processes decide for the same list of messages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it-IT" sz="2000"/>
              <a:t>Faulty processes can decide differently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it-IT" sz="1800"/>
              <a:t>All correct processes will deliver the messages in the same order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it-IT" sz="1800"/>
              <a:t>Faulty processes will deliver, just before a crash, a different sequence of messages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GB" altLang="it-IT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443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9813" y="476251"/>
            <a:ext cx="8229600" cy="1008063"/>
          </a:xfrm>
        </p:spPr>
        <p:txBody>
          <a:bodyPr/>
          <a:lstStyle/>
          <a:p>
            <a:pPr eaLnBrk="1" hangingPunct="1"/>
            <a:r>
              <a:rPr lang="en-GB" altLang="it-IT"/>
              <a:t>Example (NUC and NURB)</a:t>
            </a:r>
          </a:p>
        </p:txBody>
      </p:sp>
      <p:sp>
        <p:nvSpPr>
          <p:cNvPr id="19459" name="Line 3"/>
          <p:cNvSpPr>
            <a:spLocks noChangeShapeType="1"/>
          </p:cNvSpPr>
          <p:nvPr/>
        </p:nvSpPr>
        <p:spPr bwMode="auto">
          <a:xfrm>
            <a:off x="1182688" y="2630488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1182688" y="356711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1182688" y="4646613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1182688" y="5870575"/>
            <a:ext cx="7777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750889" y="44307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p3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750889" y="24145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p1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750889" y="33496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p2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750889" y="565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p4</a:t>
            </a:r>
          </a:p>
        </p:txBody>
      </p:sp>
      <p:sp>
        <p:nvSpPr>
          <p:cNvPr id="19467" name="AutoShape 11"/>
          <p:cNvSpPr>
            <a:spLocks noChangeArrowheads="1"/>
          </p:cNvSpPr>
          <p:nvPr/>
        </p:nvSpPr>
        <p:spPr bwMode="auto">
          <a:xfrm>
            <a:off x="2047875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68" name="AutoShape 12"/>
          <p:cNvSpPr>
            <a:spLocks noChangeArrowheads="1"/>
          </p:cNvSpPr>
          <p:nvPr/>
        </p:nvSpPr>
        <p:spPr bwMode="auto">
          <a:xfrm>
            <a:off x="2047875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69" name="AutoShape 13"/>
          <p:cNvSpPr>
            <a:spLocks noChangeArrowheads="1"/>
          </p:cNvSpPr>
          <p:nvPr/>
        </p:nvSpPr>
        <p:spPr bwMode="auto">
          <a:xfrm>
            <a:off x="2047875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0" name="AutoShape 14"/>
          <p:cNvSpPr>
            <a:spLocks noChangeArrowheads="1"/>
          </p:cNvSpPr>
          <p:nvPr/>
        </p:nvSpPr>
        <p:spPr bwMode="auto">
          <a:xfrm>
            <a:off x="2047875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1758951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9472" name="AutoShape 16"/>
          <p:cNvSpPr>
            <a:spLocks noChangeArrowheads="1"/>
          </p:cNvSpPr>
          <p:nvPr/>
        </p:nvSpPr>
        <p:spPr bwMode="auto">
          <a:xfrm>
            <a:off x="3128963" y="32131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3" name="AutoShape 17"/>
          <p:cNvSpPr>
            <a:spLocks noChangeArrowheads="1"/>
          </p:cNvSpPr>
          <p:nvPr/>
        </p:nvSpPr>
        <p:spPr bwMode="auto">
          <a:xfrm>
            <a:off x="687070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4" name="AutoShape 18"/>
          <p:cNvSpPr>
            <a:spLocks noChangeArrowheads="1"/>
          </p:cNvSpPr>
          <p:nvPr/>
        </p:nvSpPr>
        <p:spPr bwMode="auto">
          <a:xfrm>
            <a:off x="3560763" y="32067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5" name="AutoShape 19"/>
          <p:cNvSpPr>
            <a:spLocks noChangeArrowheads="1"/>
          </p:cNvSpPr>
          <p:nvPr/>
        </p:nvSpPr>
        <p:spPr bwMode="auto">
          <a:xfrm>
            <a:off x="6870700" y="42926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6" name="AutoShape 20"/>
          <p:cNvSpPr>
            <a:spLocks noChangeArrowheads="1"/>
          </p:cNvSpPr>
          <p:nvPr/>
        </p:nvSpPr>
        <p:spPr bwMode="auto">
          <a:xfrm>
            <a:off x="4927600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7" name="AutoShape 21"/>
          <p:cNvSpPr>
            <a:spLocks noChangeArrowheads="1"/>
          </p:cNvSpPr>
          <p:nvPr/>
        </p:nvSpPr>
        <p:spPr bwMode="auto">
          <a:xfrm>
            <a:off x="4927600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8" name="AutoShape 22"/>
          <p:cNvSpPr>
            <a:spLocks noChangeArrowheads="1"/>
          </p:cNvSpPr>
          <p:nvPr/>
        </p:nvSpPr>
        <p:spPr bwMode="auto">
          <a:xfrm>
            <a:off x="6870700" y="55165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1758951" y="27749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1974851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1974851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m1</a:t>
            </a:r>
          </a:p>
        </p:txBody>
      </p:sp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6653214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6726239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6726239" y="508476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9485" name="AutoShape 29"/>
          <p:cNvSpPr>
            <a:spLocks noChangeArrowheads="1"/>
          </p:cNvSpPr>
          <p:nvPr/>
        </p:nvSpPr>
        <p:spPr bwMode="auto">
          <a:xfrm>
            <a:off x="4208464" y="3286125"/>
            <a:ext cx="503237" cy="503238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4783139" y="183832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3414714" y="28463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m3</a:t>
            </a:r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4783139" y="3854450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4783139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9490" name="Line 34"/>
          <p:cNvSpPr>
            <a:spLocks noChangeShapeType="1"/>
          </p:cNvSpPr>
          <p:nvPr/>
        </p:nvSpPr>
        <p:spPr bwMode="auto">
          <a:xfrm>
            <a:off x="2622550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1" name="Text Box 35"/>
          <p:cNvSpPr txBox="1">
            <a:spLocks noChangeArrowheads="1"/>
          </p:cNvSpPr>
          <p:nvPr/>
        </p:nvSpPr>
        <p:spPr bwMode="auto">
          <a:xfrm>
            <a:off x="606425" y="6021388"/>
            <a:ext cx="1225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/>
              <a:t>Consensus 1</a:t>
            </a:r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2622550" y="6021388"/>
            <a:ext cx="1728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/>
              <a:t>Consensus 2</a:t>
            </a:r>
          </a:p>
        </p:txBody>
      </p:sp>
      <p:sp>
        <p:nvSpPr>
          <p:cNvPr id="19493" name="Line 37"/>
          <p:cNvSpPr>
            <a:spLocks noChangeShapeType="1"/>
          </p:cNvSpPr>
          <p:nvPr/>
        </p:nvSpPr>
        <p:spPr bwMode="auto">
          <a:xfrm>
            <a:off x="5359400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4" name="AutoShape 38"/>
          <p:cNvSpPr>
            <a:spLocks noChangeArrowheads="1"/>
          </p:cNvSpPr>
          <p:nvPr/>
        </p:nvSpPr>
        <p:spPr bwMode="auto">
          <a:xfrm>
            <a:off x="8599488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95" name="AutoShape 39"/>
          <p:cNvSpPr>
            <a:spLocks noChangeArrowheads="1"/>
          </p:cNvSpPr>
          <p:nvPr/>
        </p:nvSpPr>
        <p:spPr bwMode="auto">
          <a:xfrm>
            <a:off x="8599488" y="428625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96" name="AutoShape 40"/>
          <p:cNvSpPr>
            <a:spLocks noChangeArrowheads="1"/>
          </p:cNvSpPr>
          <p:nvPr/>
        </p:nvSpPr>
        <p:spPr bwMode="auto">
          <a:xfrm>
            <a:off x="8599488" y="551021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8455026" y="1844675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m5</a:t>
            </a:r>
          </a:p>
        </p:txBody>
      </p:sp>
      <p:sp>
        <p:nvSpPr>
          <p:cNvPr id="19498" name="Text Box 42"/>
          <p:cNvSpPr txBox="1">
            <a:spLocks noChangeArrowheads="1"/>
          </p:cNvSpPr>
          <p:nvPr/>
        </p:nvSpPr>
        <p:spPr bwMode="auto">
          <a:xfrm>
            <a:off x="8526464" y="37830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m5</a:t>
            </a:r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8526464" y="5078413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m5</a:t>
            </a: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5024439" y="6021388"/>
            <a:ext cx="17287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/>
              <a:t>Consensus 3</a:t>
            </a:r>
          </a:p>
        </p:txBody>
      </p:sp>
      <p:sp>
        <p:nvSpPr>
          <p:cNvPr id="19501" name="AutoShape 45"/>
          <p:cNvSpPr>
            <a:spLocks noChangeArrowheads="1"/>
          </p:cNvSpPr>
          <p:nvPr/>
        </p:nvSpPr>
        <p:spPr bwMode="auto">
          <a:xfrm>
            <a:off x="4927600" y="2270126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2982914" y="28463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m2</a:t>
            </a:r>
          </a:p>
        </p:txBody>
      </p:sp>
      <p:sp>
        <p:nvSpPr>
          <p:cNvPr id="19503" name="AutoShape 47"/>
          <p:cNvSpPr>
            <a:spLocks noChangeArrowheads="1"/>
          </p:cNvSpPr>
          <p:nvPr/>
        </p:nvSpPr>
        <p:spPr bwMode="auto">
          <a:xfrm>
            <a:off x="3990975" y="3213101"/>
            <a:ext cx="215900" cy="360363"/>
          </a:xfrm>
          <a:prstGeom prst="up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9504" name="Text Box 48"/>
          <p:cNvSpPr txBox="1">
            <a:spLocks noChangeArrowheads="1"/>
          </p:cNvSpPr>
          <p:nvPr/>
        </p:nvSpPr>
        <p:spPr bwMode="auto">
          <a:xfrm>
            <a:off x="3848101" y="2846388"/>
            <a:ext cx="50482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/>
              <a:t>m4</a:t>
            </a:r>
          </a:p>
        </p:txBody>
      </p:sp>
      <p:sp>
        <p:nvSpPr>
          <p:cNvPr id="19505" name="Line 49"/>
          <p:cNvSpPr>
            <a:spLocks noChangeShapeType="1"/>
          </p:cNvSpPr>
          <p:nvPr/>
        </p:nvSpPr>
        <p:spPr bwMode="auto">
          <a:xfrm>
            <a:off x="7304088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06" name="Text Box 50"/>
          <p:cNvSpPr txBox="1">
            <a:spLocks noChangeArrowheads="1"/>
          </p:cNvSpPr>
          <p:nvPr/>
        </p:nvSpPr>
        <p:spPr bwMode="auto">
          <a:xfrm>
            <a:off x="7231064" y="6021388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/>
              <a:t>Consensus 4</a:t>
            </a:r>
          </a:p>
        </p:txBody>
      </p:sp>
      <p:sp>
        <p:nvSpPr>
          <p:cNvPr id="19507" name="Line 51"/>
          <p:cNvSpPr>
            <a:spLocks noChangeShapeType="1"/>
          </p:cNvSpPr>
          <p:nvPr/>
        </p:nvSpPr>
        <p:spPr bwMode="auto">
          <a:xfrm>
            <a:off x="1758950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08" name="Text Box 52"/>
          <p:cNvSpPr txBox="1">
            <a:spLocks noChangeArrowheads="1"/>
          </p:cNvSpPr>
          <p:nvPr/>
        </p:nvSpPr>
        <p:spPr bwMode="auto">
          <a:xfrm>
            <a:off x="1327150" y="6015038"/>
            <a:ext cx="1728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>
                <a:solidFill>
                  <a:schemeClr val="bg2"/>
                </a:solidFill>
              </a:rPr>
              <a:t>Delivery 1</a:t>
            </a:r>
          </a:p>
        </p:txBody>
      </p:sp>
      <p:sp>
        <p:nvSpPr>
          <p:cNvPr id="19509" name="Line 53"/>
          <p:cNvSpPr>
            <a:spLocks noChangeShapeType="1"/>
          </p:cNvSpPr>
          <p:nvPr/>
        </p:nvSpPr>
        <p:spPr bwMode="auto">
          <a:xfrm>
            <a:off x="4422775" y="3860800"/>
            <a:ext cx="0" cy="2520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0" name="Text Box 54"/>
          <p:cNvSpPr txBox="1">
            <a:spLocks noChangeArrowheads="1"/>
          </p:cNvSpPr>
          <p:nvPr/>
        </p:nvSpPr>
        <p:spPr bwMode="auto">
          <a:xfrm>
            <a:off x="4279901" y="6021388"/>
            <a:ext cx="1223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>
                <a:solidFill>
                  <a:schemeClr val="bg2"/>
                </a:solidFill>
              </a:rPr>
              <a:t>Delivery 2</a:t>
            </a:r>
          </a:p>
        </p:txBody>
      </p:sp>
      <p:sp>
        <p:nvSpPr>
          <p:cNvPr id="19511" name="Line 55"/>
          <p:cNvSpPr>
            <a:spLocks noChangeShapeType="1"/>
          </p:cNvSpPr>
          <p:nvPr/>
        </p:nvSpPr>
        <p:spPr bwMode="auto">
          <a:xfrm>
            <a:off x="6438900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2" name="Line 56"/>
          <p:cNvSpPr>
            <a:spLocks noChangeShapeType="1"/>
          </p:cNvSpPr>
          <p:nvPr/>
        </p:nvSpPr>
        <p:spPr bwMode="auto">
          <a:xfrm>
            <a:off x="8456613" y="177323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3" name="Text Box 57"/>
          <p:cNvSpPr txBox="1">
            <a:spLocks noChangeArrowheads="1"/>
          </p:cNvSpPr>
          <p:nvPr/>
        </p:nvSpPr>
        <p:spPr bwMode="auto">
          <a:xfrm>
            <a:off x="8023225" y="6021388"/>
            <a:ext cx="1728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>
                <a:solidFill>
                  <a:schemeClr val="bg2"/>
                </a:solidFill>
              </a:rPr>
              <a:t>Delivery 4</a:t>
            </a:r>
          </a:p>
        </p:txBody>
      </p:sp>
      <p:sp>
        <p:nvSpPr>
          <p:cNvPr id="19514" name="Text Box 58"/>
          <p:cNvSpPr txBox="1">
            <a:spLocks noChangeArrowheads="1"/>
          </p:cNvSpPr>
          <p:nvPr/>
        </p:nvSpPr>
        <p:spPr bwMode="auto">
          <a:xfrm>
            <a:off x="6007100" y="6021388"/>
            <a:ext cx="1728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it-IT" sz="1400">
                <a:solidFill>
                  <a:schemeClr val="bg2"/>
                </a:solidFill>
              </a:rPr>
              <a:t>Delivery 3</a:t>
            </a:r>
          </a:p>
        </p:txBody>
      </p:sp>
      <p:sp>
        <p:nvSpPr>
          <p:cNvPr id="19515" name="Line 59"/>
          <p:cNvSpPr>
            <a:spLocks noChangeShapeType="1"/>
          </p:cNvSpPr>
          <p:nvPr/>
        </p:nvSpPr>
        <p:spPr bwMode="auto">
          <a:xfrm>
            <a:off x="4422775" y="1771651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6" name="Line 63"/>
          <p:cNvSpPr>
            <a:spLocks noChangeShapeType="1"/>
          </p:cNvSpPr>
          <p:nvPr/>
        </p:nvSpPr>
        <p:spPr bwMode="auto">
          <a:xfrm>
            <a:off x="3055938" y="28527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19517" name="AutoShape 64"/>
          <p:cNvCxnSpPr>
            <a:cxnSpLocks noChangeShapeType="1"/>
            <a:stCxn id="19515" idx="1"/>
            <a:endCxn id="19516" idx="0"/>
          </p:cNvCxnSpPr>
          <p:nvPr/>
        </p:nvCxnSpPr>
        <p:spPr bwMode="auto">
          <a:xfrm flipH="1">
            <a:off x="3055939" y="2708276"/>
            <a:ext cx="1366837" cy="144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8" name="AutoShape 65"/>
          <p:cNvCxnSpPr>
            <a:cxnSpLocks noChangeShapeType="1"/>
            <a:stCxn id="19516" idx="1"/>
            <a:endCxn id="19509" idx="0"/>
          </p:cNvCxnSpPr>
          <p:nvPr/>
        </p:nvCxnSpPr>
        <p:spPr bwMode="auto">
          <a:xfrm>
            <a:off x="3055939" y="3644900"/>
            <a:ext cx="1366837" cy="215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69121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200"/>
              <a:t>Non Uniform Consensus (NUC) and </a:t>
            </a:r>
            <a:br>
              <a:rPr lang="en-GB" altLang="it-IT" sz="3200"/>
            </a:br>
            <a:r>
              <a:rPr lang="en-GB" altLang="it-IT" sz="3200"/>
              <a:t>Non Uniform Reliable Broadcast (NURB)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981201"/>
            <a:ext cx="8229600" cy="4543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it-IT"/>
              <a:t>Assuming both Consensus and Reliable Broadcast uniform we have</a:t>
            </a:r>
          </a:p>
          <a:p>
            <a:pPr algn="ctr" eaLnBrk="1" hangingPunct="1">
              <a:lnSpc>
                <a:spcPct val="90000"/>
              </a:lnSpc>
              <a:buFont typeface="Wingdings" charset="2"/>
              <a:buNone/>
            </a:pPr>
            <a:r>
              <a:rPr lang="en-GB" altLang="it-IT">
                <a:solidFill>
                  <a:srgbClr val="FF0000"/>
                </a:solidFill>
              </a:rPr>
              <a:t>TO (NUA, WNUTO)</a:t>
            </a:r>
          </a:p>
          <a:p>
            <a:pPr eaLnBrk="1" hangingPunct="1"/>
            <a:r>
              <a:rPr lang="en-GB" altLang="it-IT" sz="2400" i="1"/>
              <a:t>Proof</a:t>
            </a:r>
            <a:r>
              <a:rPr lang="en-GB" altLang="it-IT" sz="2400"/>
              <a:t>.</a:t>
            </a:r>
          </a:p>
          <a:p>
            <a:pPr lvl="1" eaLnBrk="1" hangingPunct="1"/>
            <a:r>
              <a:rPr lang="en-GB" altLang="it-IT" sz="2000"/>
              <a:t> Due to NURB correct processes deliver the same set of messages</a:t>
            </a:r>
          </a:p>
          <a:p>
            <a:pPr lvl="1" eaLnBrk="1" hangingPunct="1"/>
            <a:r>
              <a:rPr lang="en-GB" altLang="it-IT" sz="2000"/>
              <a:t>Faulty processes can deliver other messages</a:t>
            </a:r>
          </a:p>
          <a:p>
            <a:pPr lvl="2" eaLnBrk="1" hangingPunct="1"/>
            <a:r>
              <a:rPr lang="en-GB" altLang="it-IT" sz="1800"/>
              <a:t>Only correct processes will deliver the same set of messages (NUA)</a:t>
            </a:r>
          </a:p>
          <a:p>
            <a:pPr lvl="1" eaLnBrk="1" hangingPunct="1"/>
            <a:r>
              <a:rPr lang="en-GB" altLang="it-IT" sz="2000"/>
              <a:t>Due to NUC, all correct processes decide for the same list of messages</a:t>
            </a:r>
          </a:p>
          <a:p>
            <a:pPr lvl="1" eaLnBrk="1" hangingPunct="1"/>
            <a:r>
              <a:rPr lang="en-GB" altLang="it-IT" sz="2000"/>
              <a:t>Faulty processes can decide differently</a:t>
            </a:r>
          </a:p>
          <a:p>
            <a:pPr lvl="2" eaLnBrk="1" hangingPunct="1"/>
            <a:r>
              <a:rPr lang="en-GB" altLang="it-IT" sz="1800"/>
              <a:t>All correct processes will deliver the messages in the same order</a:t>
            </a:r>
          </a:p>
          <a:p>
            <a:pPr lvl="2" eaLnBrk="1" hangingPunct="1"/>
            <a:r>
              <a:rPr lang="en-GB" altLang="it-IT" sz="1800"/>
              <a:t>Faulty processes will deliver, just before a crash, a different sequence of messages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GB" altLang="it-IT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47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5" name="Group 25"/>
          <p:cNvGraphicFramePr>
            <a:graphicFrameLocks noGrp="1"/>
          </p:cNvGraphicFramePr>
          <p:nvPr>
            <p:ph idx="1"/>
          </p:nvPr>
        </p:nvGraphicFramePr>
        <p:xfrm>
          <a:off x="1028700" y="1052514"/>
          <a:ext cx="8229600" cy="3972561"/>
        </p:xfrm>
        <a:graphic>
          <a:graphicData uri="http://schemas.openxmlformats.org/drawingml/2006/table">
            <a:tbl>
              <a:tblPr/>
              <a:tblGrid>
                <a:gridCol w="3011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6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Consensus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Reliable</a:t>
                      </a:r>
                      <a:b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Broadcast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Uniform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 Uniform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1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UA SUTO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UA WNUTO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 </a:t>
                      </a:r>
                      <a:b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it-IT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endParaRPr kumimoji="0" lang="en-GB" altLang="it-IT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GB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NUA WNUTO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24" name="Line 26"/>
          <p:cNvSpPr>
            <a:spLocks noChangeShapeType="1"/>
          </p:cNvSpPr>
          <p:nvPr/>
        </p:nvSpPr>
        <p:spPr bwMode="auto">
          <a:xfrm>
            <a:off x="1039814" y="1052513"/>
            <a:ext cx="3024187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25" name="Text Box 27"/>
          <p:cNvSpPr txBox="1">
            <a:spLocks noChangeArrowheads="1"/>
          </p:cNvSpPr>
          <p:nvPr/>
        </p:nvSpPr>
        <p:spPr bwMode="auto">
          <a:xfrm>
            <a:off x="1039813" y="5516564"/>
            <a:ext cx="8280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it-IT" sz="2400" b="1"/>
              <a:t>Exercice</a:t>
            </a:r>
            <a:br>
              <a:rPr lang="en-GB" altLang="it-IT" sz="2400"/>
            </a:br>
            <a:r>
              <a:rPr lang="en-GB" altLang="it-IT" sz="2400"/>
              <a:t> Which specification is satisfied assuming UC and NURB?</a:t>
            </a:r>
          </a:p>
        </p:txBody>
      </p:sp>
    </p:spTree>
    <p:extLst>
      <p:ext uri="{BB962C8B-B14F-4D97-AF65-F5344CB8AC3E}">
        <p14:creationId xmlns:p14="http://schemas.microsoft.com/office/powerpoint/2010/main" val="1211480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endParaRPr lang="en-GB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8587" y="2332047"/>
            <a:ext cx="1028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Consider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the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run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depicted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in the figure: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8" name="Immagin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2809903"/>
            <a:ext cx="3771900" cy="212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7175" y="4780956"/>
            <a:ext cx="101024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Which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type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of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total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ordering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is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satisfied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by the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run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?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Specify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both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the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agreement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and the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ordering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properties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Modify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the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run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in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order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to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satisfy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TO(UA, WUTO)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but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not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TO (UA SUTO)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Modify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the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run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in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order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to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satisfy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TO(NUA, WNUTO)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but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not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Times New Roman" charset="0"/>
              </a:rPr>
              <a:t> TO(NUA, WUTO)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399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C. </a:t>
            </a:r>
            <a:r>
              <a:rPr lang="en-GB" dirty="0" err="1"/>
              <a:t>Cachin</a:t>
            </a:r>
            <a:r>
              <a:rPr lang="en-GB" dirty="0"/>
              <a:t>, R. </a:t>
            </a:r>
            <a:r>
              <a:rPr lang="en-GB" dirty="0" err="1"/>
              <a:t>Guerraoui</a:t>
            </a:r>
            <a:r>
              <a:rPr lang="en-GB" dirty="0"/>
              <a:t> and L. Rodrigues. Introduction to Reliable and Secure Distributed Programming, Springer, 2011</a:t>
            </a:r>
          </a:p>
          <a:p>
            <a:pPr lvl="1"/>
            <a:r>
              <a:rPr lang="en-GB"/>
              <a:t>Chapter </a:t>
            </a:r>
            <a:r>
              <a:rPr lang="en-GB" dirty="0"/>
              <a:t>6 – Section 6.1</a:t>
            </a:r>
          </a:p>
          <a:p>
            <a:pPr lvl="1"/>
            <a:endParaRPr lang="en-GB" dirty="0"/>
          </a:p>
          <a:p>
            <a:r>
              <a:rPr lang="en-GB" dirty="0"/>
              <a:t>Stefano </a:t>
            </a:r>
            <a:r>
              <a:rPr lang="en-GB" dirty="0" err="1"/>
              <a:t>Cimmino</a:t>
            </a:r>
            <a:r>
              <a:rPr lang="en-GB" dirty="0"/>
              <a:t>, Carlo </a:t>
            </a:r>
            <a:r>
              <a:rPr lang="en-GB" dirty="0" err="1"/>
              <a:t>Marchetti</a:t>
            </a:r>
            <a:r>
              <a:rPr lang="en-GB" dirty="0"/>
              <a:t>, Roberto </a:t>
            </a:r>
            <a:r>
              <a:rPr lang="en-GB" dirty="0" err="1"/>
              <a:t>Baldoni</a:t>
            </a:r>
            <a:r>
              <a:rPr lang="en-GB" dirty="0"/>
              <a:t> ”</a:t>
            </a:r>
            <a:r>
              <a:rPr lang="en-GB" i="1" dirty="0"/>
              <a:t>A Guided Tour on Total Order Specifications</a:t>
            </a:r>
            <a:r>
              <a:rPr lang="en-GB" dirty="0"/>
              <a:t>” WORDS Fall 2003: 187-194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672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2286</TotalTime>
  <Words>1948</Words>
  <Application>Microsoft Macintosh PowerPoint</Application>
  <PresentationFormat>Diapositive 35 mm</PresentationFormat>
  <Paragraphs>601</Paragraphs>
  <Slides>34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Symbol</vt:lpstr>
      <vt:lpstr>Wingdings</vt:lpstr>
      <vt:lpstr>Retrospettivo</vt:lpstr>
      <vt:lpstr>Dependable Distributed Systems Master of Science in Engineering in Computer Science    AA 2026/2027</vt:lpstr>
      <vt:lpstr>System model</vt:lpstr>
      <vt:lpstr>TO specifications</vt:lpstr>
      <vt:lpstr>TO specifications</vt:lpstr>
      <vt:lpstr>TO specifications</vt:lpstr>
      <vt:lpstr>TO Specifications</vt:lpstr>
      <vt:lpstr>TO specifications</vt:lpstr>
      <vt:lpstr>The Agreement property</vt:lpstr>
      <vt:lpstr>The Agreement property</vt:lpstr>
      <vt:lpstr>The Ordering Property</vt:lpstr>
      <vt:lpstr>The Order Property</vt:lpstr>
      <vt:lpstr>The Order Property</vt:lpstr>
      <vt:lpstr>The Order property (2)</vt:lpstr>
      <vt:lpstr>TO specifications</vt:lpstr>
      <vt:lpstr>TO specifications (2)</vt:lpstr>
      <vt:lpstr>TO specifications (3)</vt:lpstr>
      <vt:lpstr>Total Order Implementation</vt:lpstr>
      <vt:lpstr>Total Order Algorithm</vt:lpstr>
      <vt:lpstr>Example</vt:lpstr>
      <vt:lpstr>Example</vt:lpstr>
      <vt:lpstr>Example</vt:lpstr>
      <vt:lpstr>Example</vt:lpstr>
      <vt:lpstr>Example</vt:lpstr>
      <vt:lpstr>Exercice</vt:lpstr>
      <vt:lpstr>Example 1 (UC and URB)</vt:lpstr>
      <vt:lpstr>Example 2 (UC and URB)</vt:lpstr>
      <vt:lpstr>Uniform Consensus (UC) and  Uniform Reliable Broadcast (URB)</vt:lpstr>
      <vt:lpstr>Example (NUC and URB)</vt:lpstr>
      <vt:lpstr>Non Uniform Consensus (NUC) and  Uniform Reliable Broadcast (URB)</vt:lpstr>
      <vt:lpstr>Example (NUC and NURB)</vt:lpstr>
      <vt:lpstr>Non Uniform Consensus (NUC) and  Non Uniform Reliable Broadcast (NURB)</vt:lpstr>
      <vt:lpstr>Presentazione standard di PowerPoint</vt:lpstr>
      <vt:lpstr>Exercice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Master of Science in Engineering in Computer Science    AA 2017/2018</dc:title>
  <dc:creator>Silvia Bonomi</dc:creator>
  <cp:lastModifiedBy>Silvia Bonomi</cp:lastModifiedBy>
  <cp:revision>282</cp:revision>
  <cp:lastPrinted>2017-10-11T10:30:19Z</cp:lastPrinted>
  <dcterms:created xsi:type="dcterms:W3CDTF">2017-09-15T08:51:14Z</dcterms:created>
  <dcterms:modified xsi:type="dcterms:W3CDTF">2026-10-21T15:29:42Z</dcterms:modified>
</cp:coreProperties>
</file>